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1.xml" ContentType="application/vnd.openxmlformats-officedocument.presentationml.slide+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3.xml" ContentType="application/vnd.openxmlformats-officedocument.presentationml.slideLayout+xml"/>
  <Override PartName="/ppt/slideLayouts/slideLayout61.xml" ContentType="application/vnd.openxmlformats-officedocument.presentationml.slideLayout+xml"/>
  <Override PartName="/ppt/slideLayouts/slideLayout60.xml" ContentType="application/vnd.openxmlformats-officedocument.presentationml.slideLayout+xml"/>
  <Override PartName="/ppt/slideLayouts/slideLayout56.xml" ContentType="application/vnd.openxmlformats-officedocument.presentationml.slideLayout+xml"/>
  <Override PartName="/ppt/slideLayouts/slideLayout52.xml" ContentType="application/vnd.openxmlformats-officedocument.presentationml.slideLayout+xml"/>
  <Override PartName="/ppt/slideLayouts/slideLayout49.xml" ContentType="application/vnd.openxmlformats-officedocument.presentationml.slideLayout+xml"/>
  <Override PartName="/ppt/slideLayouts/slideLayout45.xml" ContentType="application/vnd.openxmlformats-officedocument.presentationml.slideLayout+xml"/>
  <Override PartName="/ppt/slideLayouts/slideLayout42.xml" ContentType="application/vnd.openxmlformats-officedocument.presentationml.slideLayout+xml"/>
  <Override PartName="/ppt/slideLayouts/slideLayout64.xml" ContentType="application/vnd.openxmlformats-officedocument.presentationml.slideLayout+xml"/>
  <Override PartName="/ppt/slideLayouts/slideLayout38.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29.xml" ContentType="application/vnd.openxmlformats-officedocument.presentationml.slideLayout+xml"/>
  <Override PartName="/ppt/slideLayouts/slideLayout37.xml" ContentType="application/vnd.openxmlformats-officedocument.presentationml.slideLayout+xml"/>
  <Override PartName="/ppt/slideLayouts/slideLayout28.xml" ContentType="application/vnd.openxmlformats-officedocument.presentationml.slideLayout+xml"/>
  <Override PartName="/ppt/slideLayouts/slideLayout59.xml" ContentType="application/vnd.openxmlformats-officedocument.presentationml.slideLayout+xml"/>
  <Override PartName="/ppt/slideLayouts/slideLayout27.xml" ContentType="application/vnd.openxmlformats-officedocument.presentationml.slideLayout+xml"/>
  <Override PartName="/ppt/slideLayouts/slideLayout50.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1.xml" ContentType="application/vnd.openxmlformats-officedocument.presentationml.slideLayout+xml"/>
  <Override PartName="/ppt/slideLayouts/slideLayout44.xml" ContentType="application/vnd.openxmlformats-officedocument.presentationml.slideLayout+xml"/>
  <Override PartName="/ppt/slideLayouts/slideLayout48.xml" ContentType="application/vnd.openxmlformats-officedocument.presentationml.slideLayout+xml"/>
  <Override PartName="/ppt/slideLayouts/slideLayout20.xml" ContentType="application/vnd.openxmlformats-officedocument.presentationml.slideLayout+xml"/>
  <Override PartName="/ppt/slideLayouts/slideLayout5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62.xml" ContentType="application/vnd.openxmlformats-officedocument.presentationml.slideLayout+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15.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8.xml" ContentType="application/vnd.openxmlformats-officedocument.presentationml.slideLayout+xml"/>
  <Override PartName="/ppt/slideLayouts/slideLayout65.xml" ContentType="application/vnd.openxmlformats-officedocument.presentationml.slideLayout+xml"/>
  <Override PartName="/ppt/slideLayouts/slideLayout12.xml" ContentType="application/vnd.openxmlformats-officedocument.presentationml.slideLayout+xml"/>
  <Override PartName="/ppt/slideLayouts/slideLayout51.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57.xml" ContentType="application/vnd.openxmlformats-officedocument.presentationml.slideLayout+xml"/>
  <Override PartName="/ppt/slideLayouts/slideLayout47.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Layouts/slideLayout54.xml" ContentType="application/vnd.openxmlformats-officedocument.presentationml.slideLayout+xml"/>
  <Override PartName="/ppt/slideLayouts/slideLayout22.xml" ContentType="application/vnd.openxmlformats-officedocument.presentationml.slideLayout+xml"/>
  <Override PartName="/ppt/slideLayouts/slideLayout39.xml" ContentType="application/vnd.openxmlformats-officedocument.presentationml.slideLayout+xml"/>
  <Override PartName="/ppt/slideLayouts/slideLayout46.xml" ContentType="application/vnd.openxmlformats-officedocument.presentationml.slideLayout+xml"/>
  <Override PartName="/docProps/custom.xml" ContentType="application/vnd.openxmlformats-officedocument.custom-properties+xml"/>
  <Override PartName="/ppt/slideLayouts/slideLayout11.xml" ContentType="application/vnd.openxmlformats-officedocument.presentationml.slideLayout+xml"/>
  <Override PartName="/ppt/tableStyles.xml" ContentType="application/vnd.openxmlformats-officedocument.presentationml.tableStyles+xml"/>
  <Override PartName="/ppt/slideLayouts/slideLayout53.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slideLayouts/slideLayout16.xml" ContentType="application/vnd.openxmlformats-officedocument.presentationml.slideLayout+xml"/>
  <Override PartName="/ppt/slideLayouts/slideLayout35.xml" ContentType="application/vnd.openxmlformats-officedocument.presentationml.slideLayout+xml"/>
  <Override PartName="/ppt/viewProps.xml" ContentType="application/vnd.openxmlformats-officedocument.presentationml.viewProps+xml"/>
  <Override PartName="/ppt/presProps.xml" ContentType="application/vnd.openxmlformats-officedocument.presentationml.presProps+xml"/>
  <Override PartName="/ppt/slideLayouts/slideLayout6.xml" ContentType="application/vnd.openxmlformats-officedocument.presentationml.slideLayout+xml"/>
  <Override PartName="/ppt/slideLayouts/slideLayout55.xml" ContentType="application/vnd.openxmlformats-officedocument.presentationml.slideLayout+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firstSlideNum="0" saveSubsetFonts="1" showSpecialPlsOnTitleSld="0" strictFirstAndLastChars="0">
  <p:sldMasterIdLst>
    <p:sldMasterId id="2147483648" r:id="rId1"/>
  </p:sldMasterIdLst>
  <p:sldIdLst>
    <p:sldId id="256" r:id="rId3"/>
  </p:sldIdLst>
  <p:sldSz cx="12192000" cy="6858000"/>
  <p:notesSz cx="12192000" cy="6858000"/>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presProps" Target="presProps.xml" /><Relationship Id="rId5" Type="http://schemas.openxmlformats.org/officeDocument/2006/relationships/tableStyles" Target="tableStyles.xml" /><Relationship Id="rId6"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left arrow" preserve="0" showMasterPhAnim="0" showMasterSp="0" userDrawn="1">
  <p:cSld name="Green left arrow">
    <p:bg>
      <p:bgPr shadeToTitle="0">
        <a:solidFill>
          <a:srgbClr val="F2F2F2"/>
        </a:solidFill>
      </p:bgPr>
    </p:bg>
    <p:spTree>
      <p:nvGrpSpPr>
        <p:cNvPr id="1" name=""/>
        <p:cNvGrpSpPr/>
        <p:nvPr/>
      </p:nvGrpSpPr>
      <p:grpSpPr bwMode="auto">
        <a:xfrm>
          <a:off x="0" y="0"/>
          <a:ext cx="0" cy="0"/>
          <a:chOff x="0" y="0"/>
          <a:chExt cx="0" cy="0"/>
        </a:xfrm>
      </p:grpSpPr>
      <p:sp>
        <p:nvSpPr>
          <p:cNvPr id="16" name="Google Shape;16;p3"/>
          <p:cNvSpPr/>
          <p:nvPr/>
        </p:nvSpPr>
        <p:spPr bwMode="auto">
          <a:xfrm>
            <a:off x="0" y="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b="0" i="0" u="none" strike="noStrike" cap="none">
              <a:solidFill>
                <a:srgbClr val="FFFFFF"/>
              </a:solidFill>
              <a:latin typeface="Trebuchet MS"/>
              <a:ea typeface="Trebuchet MS"/>
              <a:cs typeface="Trebuchet MS"/>
            </a:endParaRPr>
          </a:p>
        </p:txBody>
      </p:sp>
      <p:sp>
        <p:nvSpPr>
          <p:cNvPr id="17" name="Google Shape;17;p3"/>
          <p:cNvSpPr txBox="1"/>
          <p:nvPr>
            <p:ph type="title"/>
          </p:nvPr>
        </p:nvSpPr>
        <p:spPr bwMode="auto">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 name="Google Shape;18;p3"/>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 name="Google Shape;19;p3"/>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b="0" i="0" u="none" strike="noStrike" cap="none">
                <a:solidFill>
                  <a:srgbClr val="7F7F7F"/>
                </a:solidFill>
                <a:latin typeface="Trebuchet MS"/>
                <a:ea typeface="Trebuchet MS"/>
                <a:cs typeface="Trebuchet MS"/>
              </a:rPr>
              <a:t>0</a:t>
            </a:fld>
            <a:endParaRPr sz="1000" b="0" i="0" u="none" strike="noStrike" cap="none">
              <a:solidFill>
                <a:srgbClr val="7F7F7F"/>
              </a:solidFill>
              <a:latin typeface="Trebuchet MS"/>
              <a:ea typeface="Trebuchet MS"/>
              <a:cs typeface="Trebuchet MS"/>
            </a:endParaRPr>
          </a:p>
        </p:txBody>
      </p:sp>
      <p:sp>
        <p:nvSpPr>
          <p:cNvPr id="20" name="Google Shape;20;p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b="0" i="0" u="none" strike="noStrike" cap="none">
                <a:solidFill>
                  <a:srgbClr val="7F7F7F"/>
                </a:solidFill>
                <a:latin typeface="Trebuchet MS"/>
                <a:ea typeface="Trebuchet MS"/>
                <a:cs typeface="Trebuchet MS"/>
              </a:rPr>
              <a:t>Copyright © 2020 by Boston Consulting Group. All rights reserved.</a:t>
            </a:r>
            <a:endParaRPr sz="700" b="0" i="0" u="none" strike="noStrike" cap="none">
              <a:solidFill>
                <a:srgbClr val="7F7F7F"/>
              </a:solidFill>
              <a:latin typeface="Trebuchet MS"/>
              <a:ea typeface="Trebuchet MS"/>
              <a:cs typeface="Trebuchet MS"/>
            </a:endParaRPr>
          </a:p>
        </p:txBody>
      </p:sp>
      <p:pic>
        <p:nvPicPr>
          <p:cNvPr id="21" name="Google Shape;21;p3"/>
          <p:cNvPicPr/>
          <p:nvPr/>
        </p:nvPicPr>
        <p:blipFill>
          <a:blip r:embed="rId2">
            <a:alphaModFix/>
          </a:blip>
          <a:srcRect l="0" t="6216" r="0" b="7715"/>
          <a:stretch/>
        </p:blipFill>
        <p:spPr bwMode="auto">
          <a:xfrm rot="120000">
            <a:off x="2174642" y="3402828"/>
            <a:ext cx="2694666" cy="3461745"/>
          </a:xfrm>
          <a:custGeom>
            <a:avLst/>
            <a:gdLst/>
            <a:ahLst/>
            <a:cxnLst/>
            <a:rect l="l" t="t" r="r" b="b"/>
            <a:pathLst>
              <a:path w="2694666" h="3461745" fill="norm" stroke="1"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0" userDrawn="1">
  <p:cSld name="Title Slide">
    <p:spTree>
      <p:nvGrpSpPr>
        <p:cNvPr id="1" name=""/>
        <p:cNvGrpSpPr/>
        <p:nvPr/>
      </p:nvGrpSpPr>
      <p:grpSpPr bwMode="auto">
        <a:xfrm>
          <a:off x="0" y="0"/>
          <a:ext cx="0" cy="0"/>
          <a:chOff x="0" y="0"/>
          <a:chExt cx="0" cy="0"/>
        </a:xfrm>
      </p:grpSpPr>
      <p:sp>
        <p:nvSpPr>
          <p:cNvPr id="23" name="Google Shape;23;p4"/>
          <p:cNvSpPr/>
          <p:nvPr/>
        </p:nvSpPr>
        <p:spPr bwMode="auto">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b="0" i="0" u="none" strike="noStrike" cap="none">
              <a:solidFill>
                <a:schemeClr val="lt1"/>
              </a:solidFill>
              <a:latin typeface="Trebuchet MS"/>
              <a:ea typeface="Trebuchet MS"/>
              <a:cs typeface="Trebuchet MS"/>
            </a:endParaRPr>
          </a:p>
        </p:txBody>
      </p:sp>
      <p:pic>
        <p:nvPicPr>
          <p:cNvPr id="24" name="Google Shape;24;p4"/>
          <p:cNvPicPr/>
          <p:nvPr/>
        </p:nvPicPr>
        <p:blipFill>
          <a:blip r:embed="rId2">
            <a:alphaModFix/>
          </a:blip>
          <a:srcRect l="1731" t="8741" r="102" b="27"/>
          <a:stretch/>
        </p:blipFill>
        <p:spPr bwMode="auto">
          <a:xfrm rot="-5400000" flipH="1">
            <a:off x="8471921" y="1973272"/>
            <a:ext cx="580573" cy="6858000"/>
          </a:xfrm>
          <a:prstGeom prst="rect">
            <a:avLst/>
          </a:prstGeom>
          <a:noFill/>
          <a:ln>
            <a:noFill/>
          </a:ln>
        </p:spPr>
      </p:pic>
      <p:pic>
        <p:nvPicPr>
          <p:cNvPr id="25" name="Google Shape;25;p4"/>
          <p:cNvPicPr/>
          <p:nvPr/>
        </p:nvPicPr>
        <p:blipFill>
          <a:blip r:embed="rId3">
            <a:alphaModFix/>
          </a:blip>
          <a:srcRect l="0" t="0" r="0" b="23055"/>
          <a:stretch/>
        </p:blipFill>
        <p:spPr bwMode="auto">
          <a:xfrm flipH="1">
            <a:off x="0" y="0"/>
            <a:ext cx="12192000" cy="5276850"/>
          </a:xfrm>
          <a:prstGeom prst="rect">
            <a:avLst/>
          </a:prstGeom>
          <a:noFill/>
          <a:ln>
            <a:noFill/>
          </a:ln>
        </p:spPr>
      </p:pic>
      <p:sp>
        <p:nvSpPr>
          <p:cNvPr id="26" name="Google Shape;26;p4"/>
          <p:cNvSpPr/>
          <p:nvPr>
            <p:ph type="pic" idx="2"/>
          </p:nvPr>
        </p:nvSpPr>
        <p:spPr bwMode="auto">
          <a:xfrm>
            <a:off x="9366561" y="5570642"/>
            <a:ext cx="1867935" cy="896833"/>
          </a:xfrm>
          <a:prstGeom prst="rect">
            <a:avLst/>
          </a:prstGeom>
          <a:noFill/>
          <a:ln>
            <a:noFill/>
          </a:ln>
        </p:spPr>
      </p:sp>
      <p:sp>
        <p:nvSpPr>
          <p:cNvPr id="27" name="Google Shape;27;p4"/>
          <p:cNvSpPr/>
          <p:nvPr/>
        </p:nvSpPr>
        <p:spPr bwMode="auto">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b="0" i="0" u="none" strike="noStrike" cap="none">
              <a:solidFill>
                <a:srgbClr val="FFFFFF"/>
              </a:solidFill>
              <a:latin typeface="Trebuchet MS"/>
              <a:ea typeface="Trebuchet MS"/>
              <a:cs typeface="Trebuchet MS"/>
            </a:endParaRPr>
          </a:p>
        </p:txBody>
      </p:sp>
      <p:sp>
        <p:nvSpPr>
          <p:cNvPr id="28" name="Google Shape;28;p4"/>
          <p:cNvSpPr txBox="1"/>
          <p:nvPr>
            <p:ph type="body" idx="1"/>
          </p:nvPr>
        </p:nvSpPr>
        <p:spPr bwMode="auto">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pPr>
              <a:defRPr/>
            </a:pPr>
            <a:endParaRPr/>
          </a:p>
        </p:txBody>
      </p:sp>
      <p:sp>
        <p:nvSpPr>
          <p:cNvPr id="29" name="Google Shape;29;p4"/>
          <p:cNvSpPr txBox="1"/>
          <p:nvPr>
            <p:ph type="subTitle" idx="3"/>
          </p:nvPr>
        </p:nvSpPr>
        <p:spPr bwMode="auto">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pPr>
              <a:defRPr/>
            </a:pPr>
            <a:endParaRPr/>
          </a:p>
        </p:txBody>
      </p:sp>
      <p:sp>
        <p:nvSpPr>
          <p:cNvPr id="30" name="Google Shape;30;p4"/>
          <p:cNvSpPr txBox="1"/>
          <p:nvPr>
            <p:ph type="ctrTitle"/>
          </p:nvPr>
        </p:nvSpPr>
        <p:spPr bwMode="auto">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1" name="Google Shape;31;p4"/>
          <p:cNvSpPr/>
          <p:nvPr/>
        </p:nvSpPr>
        <p:spPr bwMode="auto">
          <a:xfrm>
            <a:off x="1117415" y="1112679"/>
            <a:ext cx="2327644" cy="486479"/>
          </a:xfrm>
          <a:custGeom>
            <a:avLst/>
            <a:gdLst/>
            <a:ahLst/>
            <a:cxnLst/>
            <a:rect l="l" t="t" r="r" b="b"/>
            <a:pathLst>
              <a:path w="11499847" h="2403475" fill="norm" stroke="1"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userDrawn="1">
  <p:cSld name="Title Only">
    <p:bg>
      <p:bgPr shadeToTitle="0">
        <a:solidFill>
          <a:schemeClr val="lt2"/>
        </a:solidFill>
      </p:bgPr>
    </p:bg>
    <p:spTree>
      <p:nvGrpSpPr>
        <p:cNvPr id="1" name=""/>
        <p:cNvGrpSpPr/>
        <p:nvPr/>
      </p:nvGrpSpPr>
      <p:grpSpPr bwMode="auto">
        <a:xfrm>
          <a:off x="0" y="0"/>
          <a:ext cx="0" cy="0"/>
          <a:chOff x="0" y="0"/>
          <a:chExt cx="0" cy="0"/>
        </a:xfrm>
      </p:grpSpPr>
      <p:sp>
        <p:nvSpPr>
          <p:cNvPr id="33" name="Google Shape;33;p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4" name="Google Shape;34;p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35" name="Google Shape;35;p5"/>
          <p:cNvSpPr txBox="1"/>
          <p:nvPr>
            <p:ph type="title"/>
          </p:nvPr>
        </p:nvSpPr>
        <p:spPr bwMode="auto">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ext" preserve="0" showMasterPhAnim="0" userDrawn="1">
  <p:cSld name="Title and Text">
    <p:bg>
      <p:bgPr shadeToTitle="0">
        <a:solidFill>
          <a:schemeClr val="lt2"/>
        </a:solidFill>
      </p:bgPr>
    </p:bg>
    <p:spTree>
      <p:nvGrpSpPr>
        <p:cNvPr id="1" name=""/>
        <p:cNvGrpSpPr/>
        <p:nvPr/>
      </p:nvGrpSpPr>
      <p:grpSpPr bwMode="auto">
        <a:xfrm>
          <a:off x="0" y="0"/>
          <a:ext cx="0" cy="0"/>
          <a:chOff x="0" y="0"/>
          <a:chExt cx="0" cy="0"/>
        </a:xfrm>
      </p:grpSpPr>
      <p:sp>
        <p:nvSpPr>
          <p:cNvPr id="37" name="Google Shape;37;p6"/>
          <p:cNvSpPr txBox="1"/>
          <p:nvPr>
            <p:ph type="title"/>
          </p:nvPr>
        </p:nvSpPr>
        <p:spPr bwMode="auto">
          <a:xfrm>
            <a:off x="630000" y="622800"/>
            <a:ext cx="1093335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3400"/>
              <a:buFont typeface="Trebuchet M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8" name="Google Shape;38;p6"/>
          <p:cNvSpPr txBox="1"/>
          <p:nvPr>
            <p:ph type="body" idx="1"/>
          </p:nvPr>
        </p:nvSpPr>
        <p:spPr bwMode="auto">
          <a:xfrm>
            <a:off x="629399" y="2085627"/>
            <a:ext cx="10933801" cy="4089130"/>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0"/>
              </a:spcBef>
              <a:spcAft>
                <a:spcPts val="0"/>
              </a:spcAft>
              <a:buClr>
                <a:schemeClr val="dk1"/>
              </a:buClr>
              <a:buSzPts val="2000"/>
              <a:buChar char="​"/>
              <a:defRPr sz="2000"/>
            </a:lvl1pPr>
            <a:lvl2pPr marL="914400" lvl="1" indent="-355600" algn="l">
              <a:lnSpc>
                <a:spcPct val="100000"/>
              </a:lnSpc>
              <a:spcBef>
                <a:spcPts val="0"/>
              </a:spcBef>
              <a:spcAft>
                <a:spcPts val="0"/>
              </a:spcAft>
              <a:buSzPts val="2000"/>
              <a:buChar char="•"/>
              <a:defRPr sz="2000"/>
            </a:lvl2pPr>
            <a:lvl3pPr marL="1371600" lvl="2" indent="-355600" algn="l">
              <a:lnSpc>
                <a:spcPct val="100000"/>
              </a:lnSpc>
              <a:spcBef>
                <a:spcPts val="0"/>
              </a:spcBef>
              <a:spcAft>
                <a:spcPts val="0"/>
              </a:spcAft>
              <a:buSzPts val="2000"/>
              <a:buChar char="–"/>
              <a:defRPr sz="2000"/>
            </a:lvl3pPr>
            <a:lvl4pPr marL="1828800" lvl="3" indent="-406400" algn="l">
              <a:lnSpc>
                <a:spcPct val="100000"/>
              </a:lnSpc>
              <a:spcBef>
                <a:spcPts val="0"/>
              </a:spcBef>
              <a:spcAft>
                <a:spcPts val="0"/>
              </a:spcAft>
              <a:buSzPts val="2800"/>
              <a:buChar char="​"/>
              <a:defRPr sz="2800"/>
            </a:lvl4pPr>
            <a:lvl5pPr marL="2286000" lvl="4" indent="-406400" algn="l">
              <a:lnSpc>
                <a:spcPct val="100000"/>
              </a:lnSpc>
              <a:spcBef>
                <a:spcPts val="0"/>
              </a:spcBef>
              <a:spcAft>
                <a:spcPts val="0"/>
              </a:spcAft>
              <a:buClr>
                <a:schemeClr val="dk1"/>
              </a:buClr>
              <a:buSzPts val="2800"/>
              <a:buChar char="​"/>
              <a:defRPr sz="2800"/>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pPr>
              <a:defRPr/>
            </a:pPr>
            <a:endParaRPr/>
          </a:p>
        </p:txBody>
      </p:sp>
      <p:sp>
        <p:nvSpPr>
          <p:cNvPr id="39" name="Google Shape;39;p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ay slice heading" preserve="0" showMasterPhAnim="0" userDrawn="1">
  <p:cSld name="Gray slice heading">
    <p:bg>
      <p:bgPr shadeToTitle="0">
        <a:solidFill>
          <a:schemeClr val="lt1"/>
        </a:solidFill>
      </p:bgPr>
    </p:bg>
    <p:spTree>
      <p:nvGrpSpPr>
        <p:cNvPr id="1" name=""/>
        <p:cNvGrpSpPr/>
        <p:nvPr/>
      </p:nvGrpSpPr>
      <p:grpSpPr bwMode="auto">
        <a:xfrm>
          <a:off x="0" y="0"/>
          <a:ext cx="0" cy="0"/>
          <a:chOff x="0" y="0"/>
          <a:chExt cx="0" cy="0"/>
        </a:xfrm>
      </p:grpSpPr>
      <p:sp>
        <p:nvSpPr>
          <p:cNvPr id="41" name="Google Shape;41;p7"/>
          <p:cNvSpPr/>
          <p:nvPr/>
        </p:nvSpPr>
        <p:spPr bwMode="auto">
          <a:xfrm>
            <a:off x="1" y="-1308"/>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42" name="Google Shape;42;p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3" name="Google Shape;43;p7"/>
          <p:cNvSpPr txBox="1"/>
          <p:nvPr>
            <p:ph type="title"/>
          </p:nvPr>
        </p:nvSpPr>
        <p:spPr bwMode="auto">
          <a:xfrm>
            <a:off x="630000" y="1544274"/>
            <a:ext cx="3452400" cy="1495794"/>
          </a:xfrm>
          <a:prstGeom prst="rect">
            <a:avLst/>
          </a:prstGeom>
          <a:noFill/>
          <a:ln>
            <a:noFill/>
          </a:ln>
        </p:spPr>
        <p:txBody>
          <a:bodyPr spcFirstLastPara="1" wrap="square" lIns="0" tIns="0" rIns="320024" bIns="0" anchor="b"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4" name="Google Shape;44;p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box" preserve="0" showMasterPhAnim="0" showMasterSp="0" userDrawn="1">
  <p:cSld name="Section header box">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46" name="Google Shape;46;p8"/>
          <p:cNvSpPr txBox="1"/>
          <p:nvPr>
            <p:ph type="title"/>
          </p:nvPr>
        </p:nvSpPr>
        <p:spPr bwMode="auto">
          <a:xfrm>
            <a:off x="1284742" y="2668041"/>
            <a:ext cx="9620491" cy="3201026"/>
          </a:xfrm>
          <a:prstGeom prst="rect">
            <a:avLst/>
          </a:prstGeom>
          <a:noFill/>
          <a:ln w="9525" cap="flat" cmpd="sng">
            <a:solidFill>
              <a:schemeClr val="lt1"/>
            </a:solidFill>
            <a:prstDash val="solid"/>
            <a:round/>
            <a:headEnd type="none" w="sm" len="sm"/>
            <a:tailEnd type="none" w="sm" len="sm"/>
          </a:ln>
        </p:spPr>
        <p:txBody>
          <a:bodyPr spcFirstLastPara="1" wrap="square" lIns="274300" tIns="274300" rIns="274300" bIns="13715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7" name="Google Shape;47;p8"/>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48" name="Google Shape;48;p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9" name="Google Shape;49;p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50" name="Google Shape;50;p8"/>
          <p:cNvSpPr/>
          <p:nvPr/>
        </p:nvSpPr>
        <p:spPr bwMode="auto">
          <a:xfrm>
            <a:off x="1284743" y="1428131"/>
            <a:ext cx="947672" cy="947672"/>
          </a:xfrm>
          <a:prstGeom prst="rect">
            <a:avLst/>
          </a:prstGeom>
          <a:noFill/>
          <a:ln w="1077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line" preserve="0" showMasterPhAnim="0" showMasterSp="0" userDrawn="1">
  <p:cSld name="Section header line">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52" name="Google Shape;52;p9"/>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53" name="Google Shape;53;p9"/>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4" name="Google Shape;54;p9"/>
          <p:cNvSpPr txBox="1"/>
          <p:nvPr>
            <p:ph type="title"/>
          </p:nvPr>
        </p:nvSpPr>
        <p:spPr bwMode="auto">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cxnSp>
        <p:nvCxnSpPr>
          <p:cNvPr id="55" name="Google Shape;55;p9"/>
          <p:cNvCxnSpPr>
            <a:cxnSpLocks/>
          </p:cNvCxnSpPr>
          <p:nvPr/>
        </p:nvCxnSpPr>
        <p:spPr bwMode="auto">
          <a:xfrm>
            <a:off x="618898" y="3680016"/>
            <a:ext cx="11576304" cy="0"/>
          </a:xfrm>
          <a:prstGeom prst="straightConnector1">
            <a:avLst/>
          </a:prstGeom>
          <a:noFill/>
          <a:ln w="19050" cap="flat" cmpd="sng">
            <a:solidFill>
              <a:schemeClr val="lt1"/>
            </a:solidFill>
            <a:prstDash val="solid"/>
            <a:miter lim="800000"/>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White one third" preserve="0" showMasterPhAnim="0" showMasterSp="0" userDrawn="1">
  <p:cSld name="White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57" name="Google Shape;57;p10"/>
          <p:cNvPicPr/>
          <p:nvPr/>
        </p:nvPicPr>
        <p:blipFill>
          <a:blip r:embed="rId2">
            <a:alphaModFix/>
          </a:blip>
          <a:srcRect l="29398" t="8741" r="100" b="27"/>
          <a:stretch/>
        </p:blipFill>
        <p:spPr bwMode="auto">
          <a:xfrm rot="10800000" flipH="1">
            <a:off x="4064994" y="0"/>
            <a:ext cx="416951" cy="6858000"/>
          </a:xfrm>
          <a:prstGeom prst="rect">
            <a:avLst/>
          </a:prstGeom>
          <a:noFill/>
          <a:ln>
            <a:noFill/>
          </a:ln>
        </p:spPr>
      </p:pic>
      <p:sp>
        <p:nvSpPr>
          <p:cNvPr id="58" name="Google Shape;58;p1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9" name="Google Shape;59;p1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60" name="Google Shape;60;p10"/>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61" name="Google Shape;61;p10"/>
          <p:cNvSpPr/>
          <p:nvPr/>
        </p:nvSpPr>
        <p:spPr bwMode="auto">
          <a:xfrm>
            <a:off x="0" y="0"/>
            <a:ext cx="4079508"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62" name="Google Shape;62;p10"/>
          <p:cNvSpPr txBox="1"/>
          <p:nvPr>
            <p:ph type="title"/>
          </p:nvPr>
        </p:nvSpPr>
        <p:spPr bwMode="auto">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highlight" preserve="0" showMasterPhAnim="0" showMasterSp="0" userDrawn="1">
  <p:cSld name="Green highlight">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64" name="Google Shape;64;p11"/>
          <p:cNvPicPr/>
          <p:nvPr/>
        </p:nvPicPr>
        <p:blipFill>
          <a:blip r:embed="rId2">
            <a:alphaModFix/>
          </a:blip>
          <a:srcRect l="29398" t="8741" r="100" b="27"/>
          <a:stretch/>
        </p:blipFill>
        <p:spPr bwMode="auto">
          <a:xfrm rot="10800000" flipH="1">
            <a:off x="7165606" y="0"/>
            <a:ext cx="416951" cy="6858000"/>
          </a:xfrm>
          <a:prstGeom prst="rect">
            <a:avLst/>
          </a:prstGeom>
          <a:noFill/>
          <a:ln>
            <a:noFill/>
          </a:ln>
        </p:spPr>
      </p:pic>
      <p:sp>
        <p:nvSpPr>
          <p:cNvPr id="65" name="Google Shape;65;p11"/>
          <p:cNvSpPr/>
          <p:nvPr/>
        </p:nvSpPr>
        <p:spPr bwMode="auto">
          <a:xfrm>
            <a:off x="0" y="0"/>
            <a:ext cx="7171956"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66" name="Google Shape;66;p11"/>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7" name="Google Shape;67;p11"/>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68" name="Google Shape;68;p11"/>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69" name="Google Shape;69;p11"/>
          <p:cNvSpPr txBox="1"/>
          <p:nvPr>
            <p:ph type="title"/>
          </p:nvPr>
        </p:nvSpPr>
        <p:spPr bwMode="auto">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one third" preserve="0" showMasterPhAnim="0" showMasterSp="0" userDrawn="1">
  <p:cSld name="Green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71" name="Google Shape;71;p12"/>
          <p:cNvPicPr/>
          <p:nvPr/>
        </p:nvPicPr>
        <p:blipFill>
          <a:blip r:embed="rId2">
            <a:alphaModFix/>
          </a:blip>
          <a:srcRect l="29398" t="8741" r="100" b="27"/>
          <a:stretch/>
        </p:blipFill>
        <p:spPr bwMode="auto">
          <a:xfrm flipH="1">
            <a:off x="3671068" y="0"/>
            <a:ext cx="416951" cy="6858000"/>
          </a:xfrm>
          <a:prstGeom prst="rect">
            <a:avLst/>
          </a:prstGeom>
          <a:noFill/>
          <a:ln>
            <a:noFill/>
          </a:ln>
        </p:spPr>
      </p:pic>
      <p:sp>
        <p:nvSpPr>
          <p:cNvPr id="72" name="Google Shape;72;p12"/>
          <p:cNvSpPr txBox="1"/>
          <p:nvPr>
            <p:ph type="title"/>
          </p:nvPr>
        </p:nvSpPr>
        <p:spPr bwMode="auto">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200"/>
              <a:buFont typeface="Trebuchet MS"/>
              <a:buNone/>
              <a:defRPr sz="32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3" name="Google Shape;73;p12"/>
          <p:cNvSpPr/>
          <p:nvPr/>
        </p:nvSpPr>
        <p:spPr bwMode="auto">
          <a:xfrm>
            <a:off x="4080763" y="-1308"/>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74" name="Google Shape;74;p1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75" name="Google Shape;75;p1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6" name="Google Shape;76;p12"/>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half" preserve="0" showMasterPhAnim="0" showMasterSp="0" userDrawn="1">
  <p:cSld name="Green half">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78" name="Google Shape;78;p13"/>
          <p:cNvPicPr/>
          <p:nvPr/>
        </p:nvPicPr>
        <p:blipFill>
          <a:blip r:embed="rId2">
            <a:alphaModFix/>
          </a:blip>
          <a:srcRect l="29398" t="8741" r="100" b="27"/>
          <a:stretch/>
        </p:blipFill>
        <p:spPr bwMode="auto">
          <a:xfrm flipH="1">
            <a:off x="5689582" y="0"/>
            <a:ext cx="416951" cy="6858000"/>
          </a:xfrm>
          <a:prstGeom prst="rect">
            <a:avLst/>
          </a:prstGeom>
          <a:noFill/>
          <a:ln>
            <a:noFill/>
          </a:ln>
        </p:spPr>
      </p:pic>
      <p:sp>
        <p:nvSpPr>
          <p:cNvPr id="79" name="Google Shape;79;p13"/>
          <p:cNvSpPr/>
          <p:nvPr/>
        </p:nvSpPr>
        <p:spPr bwMode="auto">
          <a:xfrm>
            <a:off x="6096000" y="0"/>
            <a:ext cx="6096000"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80" name="Google Shape;80;p13"/>
          <p:cNvSpPr/>
          <p:nvPr>
            <p:ph type="pic" idx="2"/>
          </p:nvPr>
        </p:nvSpPr>
        <p:spPr bwMode="auto">
          <a:xfrm>
            <a:off x="6092021" y="0"/>
            <a:ext cx="6099976" cy="6858000"/>
          </a:xfrm>
          <a:prstGeom prst="rect">
            <a:avLst/>
          </a:prstGeom>
          <a:noFill/>
          <a:ln>
            <a:noFill/>
          </a:ln>
        </p:spPr>
      </p:sp>
      <p:sp>
        <p:nvSpPr>
          <p:cNvPr id="81" name="Google Shape;81;p13"/>
          <p:cNvSpPr txBox="1"/>
          <p:nvPr>
            <p:ph type="title"/>
          </p:nvPr>
        </p:nvSpPr>
        <p:spPr bwMode="auto">
          <a:xfrm>
            <a:off x="630000" y="1785600"/>
            <a:ext cx="4388400" cy="3286800"/>
          </a:xfrm>
          <a:prstGeom prst="rect">
            <a:avLst/>
          </a:prstGeom>
          <a:noFill/>
          <a:ln>
            <a:noFill/>
          </a:ln>
        </p:spPr>
        <p:txBody>
          <a:bodyPr spcFirstLastPara="1" wrap="square" lIns="0" tIns="0" rIns="320024"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2" name="Google Shape;82;p13"/>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800">
              <a:solidFill>
                <a:srgbClr val="7F7F7F"/>
              </a:solidFill>
              <a:latin typeface="Trebuchet MS"/>
              <a:ea typeface="Trebuchet MS"/>
              <a:cs typeface="Trebuchet MS"/>
            </a:endParaRPr>
          </a:p>
        </p:txBody>
      </p:sp>
      <p:sp>
        <p:nvSpPr>
          <p:cNvPr id="83" name="Google Shape;83;p13"/>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4" name="Google Shape;84;p1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two third" preserve="0" showMasterPhAnim="0" showMasterSp="0" userDrawn="1">
  <p:cSld name="Green two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86" name="Google Shape;86;p14"/>
          <p:cNvPicPr/>
          <p:nvPr/>
        </p:nvPicPr>
        <p:blipFill>
          <a:blip r:embed="rId2">
            <a:alphaModFix/>
          </a:blip>
          <a:srcRect l="29398" t="8741" r="100" b="27"/>
          <a:stretch/>
        </p:blipFill>
        <p:spPr bwMode="auto">
          <a:xfrm flipH="1">
            <a:off x="7409849" y="0"/>
            <a:ext cx="416951" cy="6858000"/>
          </a:xfrm>
          <a:prstGeom prst="rect">
            <a:avLst/>
          </a:prstGeom>
          <a:noFill/>
          <a:ln>
            <a:noFill/>
          </a:ln>
        </p:spPr>
      </p:pic>
      <p:sp>
        <p:nvSpPr>
          <p:cNvPr id="87" name="Google Shape;87;p14"/>
          <p:cNvSpPr/>
          <p:nvPr/>
        </p:nvSpPr>
        <p:spPr bwMode="auto">
          <a:xfrm>
            <a:off x="7819543" y="0"/>
            <a:ext cx="4372457"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88" name="Google Shape;88;p14"/>
          <p:cNvSpPr/>
          <p:nvPr>
            <p:ph type="pic" idx="2"/>
          </p:nvPr>
        </p:nvSpPr>
        <p:spPr bwMode="auto">
          <a:xfrm>
            <a:off x="7820025" y="0"/>
            <a:ext cx="4371975" cy="6858000"/>
          </a:xfrm>
          <a:prstGeom prst="rect">
            <a:avLst/>
          </a:prstGeom>
          <a:noFill/>
          <a:ln>
            <a:noFill/>
          </a:ln>
        </p:spPr>
      </p:sp>
      <p:sp>
        <p:nvSpPr>
          <p:cNvPr id="89" name="Google Shape;89;p14"/>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0" name="Google Shape;90;p14"/>
          <p:cNvSpPr txBox="1"/>
          <p:nvPr/>
        </p:nvSpPr>
        <p:spPr bwMode="auto">
          <a:xfrm rot="-5400000">
            <a:off x="9486900" y="3916394"/>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91" name="Google Shape;91;p14"/>
          <p:cNvSpPr txBox="1"/>
          <p:nvPr>
            <p:ph type="title"/>
          </p:nvPr>
        </p:nvSpPr>
        <p:spPr bwMode="auto">
          <a:xfrm>
            <a:off x="630000" y="180465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2" name="Google Shape;92;p14"/>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800">
              <a:solidFill>
                <a:srgbClr val="7F7F7F"/>
              </a:solidFill>
              <a:latin typeface="Trebuchet MS"/>
              <a:ea typeface="Trebuchet MS"/>
              <a:cs typeface="Trebuchet M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Left arrow" preserve="0" showMasterPhAnim="0" showMasterSp="0" userDrawn="1">
  <p:cSld name="Left arrow">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94" name="Google Shape;94;p15"/>
          <p:cNvSpPr/>
          <p:nvPr/>
        </p:nvSpPr>
        <p:spPr bwMode="auto">
          <a:xfrm>
            <a:off x="1524" y="131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95" name="Google Shape;95;p1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6" name="Google Shape;96;p1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97" name="Google Shape;97;p15"/>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98" name="Google Shape;98;p15"/>
          <p:cNvSpPr txBox="1"/>
          <p:nvPr>
            <p:ph type="title"/>
          </p:nvPr>
        </p:nvSpPr>
        <p:spPr bwMode="auto">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99" name="Google Shape;99;p15"/>
          <p:cNvPicPr/>
          <p:nvPr/>
        </p:nvPicPr>
        <p:blipFill>
          <a:blip r:embed="rId2">
            <a:alphaModFix/>
          </a:blip>
          <a:srcRect l="0" t="0" r="0" b="0"/>
          <a:stretch/>
        </p:blipFill>
        <p:spPr bwMode="auto">
          <a:xfrm>
            <a:off x="3132442" y="3590399"/>
            <a:ext cx="1365250" cy="3382962"/>
          </a:xfrm>
          <a:custGeom>
            <a:avLst/>
            <a:gdLst/>
            <a:ahLst/>
            <a:cxnLst/>
            <a:rect l="l" t="t" r="r" b="b"/>
            <a:pathLst>
              <a:path w="1365250" h="3382962" fill="norm" stroke="1"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rrow one third" preserve="0" showMasterPhAnim="0" showMasterSp="0" userDrawn="1">
  <p:cSld name="Arrow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101" name="Google Shape;101;p16"/>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800">
              <a:solidFill>
                <a:schemeClr val="lt1"/>
              </a:solidFill>
              <a:latin typeface="Trebuchet MS"/>
              <a:ea typeface="Trebuchet MS"/>
              <a:cs typeface="Trebuchet MS"/>
            </a:endParaRPr>
          </a:p>
        </p:txBody>
      </p:sp>
      <p:sp>
        <p:nvSpPr>
          <p:cNvPr id="102" name="Google Shape;102;p16"/>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3" name="Google Shape;103;p1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104" name="Google Shape;104;p16"/>
          <p:cNvSpPr/>
          <p:nvPr/>
        </p:nvSpPr>
        <p:spPr bwMode="auto">
          <a:xfrm>
            <a:off x="1" y="0"/>
            <a:ext cx="5426920"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105" name="Google Shape;105;p16"/>
          <p:cNvSpPr txBox="1"/>
          <p:nvPr>
            <p:ph type="title"/>
          </p:nvPr>
        </p:nvSpPr>
        <p:spPr bwMode="auto">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106" name="Google Shape;106;p16"/>
          <p:cNvPicPr/>
          <p:nvPr/>
        </p:nvPicPr>
        <p:blipFill>
          <a:blip r:embed="rId2">
            <a:alphaModFix/>
          </a:blip>
          <a:srcRect l="0" t="0" r="0" b="0"/>
          <a:stretch/>
        </p:blipFill>
        <p:spPr bwMode="auto">
          <a:xfrm>
            <a:off x="4581525" y="3394392"/>
            <a:ext cx="1298574" cy="3571875"/>
          </a:xfrm>
          <a:custGeom>
            <a:avLst/>
            <a:gdLst/>
            <a:ahLst/>
            <a:cxnLst/>
            <a:rect l="l" t="t" r="r" b="b"/>
            <a:pathLst>
              <a:path w="1298575" h="3571875" fill="norm" stroke="1"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arrow one third" preserve="0" showMasterPhAnim="0" showMasterSp="0" userDrawn="1">
  <p:cSld name="Green arrow one third">
    <p:bg>
      <p:bgPr shadeToTitle="0">
        <a:solidFill>
          <a:srgbClr val="F2F2F2"/>
        </a:solidFill>
      </p:bgPr>
    </p:bg>
    <p:spTree>
      <p:nvGrpSpPr>
        <p:cNvPr id="1" name=""/>
        <p:cNvGrpSpPr/>
        <p:nvPr/>
      </p:nvGrpSpPr>
      <p:grpSpPr bwMode="auto">
        <a:xfrm>
          <a:off x="0" y="0"/>
          <a:ext cx="0" cy="0"/>
          <a:chOff x="0" y="0"/>
          <a:chExt cx="0" cy="0"/>
        </a:xfrm>
      </p:grpSpPr>
      <p:sp>
        <p:nvSpPr>
          <p:cNvPr id="108" name="Google Shape;108;p17"/>
          <p:cNvSpPr/>
          <p:nvPr/>
        </p:nvSpPr>
        <p:spPr bwMode="auto">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109" name="Google Shape;109;p17"/>
          <p:cNvSpPr txBox="1"/>
          <p:nvPr>
            <p:ph type="title"/>
          </p:nvPr>
        </p:nvSpPr>
        <p:spPr bwMode="auto">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0" name="Google Shape;110;p1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1" name="Google Shape;111;p17"/>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112" name="Google Shape;112;p1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113" name="Google Shape;113;p17"/>
          <p:cNvPicPr/>
          <p:nvPr/>
        </p:nvPicPr>
        <p:blipFill>
          <a:blip r:embed="rId2">
            <a:alphaModFix/>
          </a:blip>
          <a:srcRect l="0" t="7561" r="0" b="6867"/>
          <a:stretch/>
        </p:blipFill>
        <p:spPr bwMode="auto">
          <a:xfrm>
            <a:off x="3578059" y="3416300"/>
            <a:ext cx="2694666" cy="3441700"/>
          </a:xfrm>
          <a:custGeom>
            <a:avLst/>
            <a:gdLst/>
            <a:ahLst/>
            <a:cxnLst/>
            <a:rect l="l" t="t" r="r" b="b"/>
            <a:pathLst>
              <a:path w="2694666" h="3441700" fill="norm" stroke="1"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rrow half" preserve="0" showMasterPhAnim="0" showMasterSp="0" userDrawn="1">
  <p:cSld name="Arrow half">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115" name="Google Shape;115;p1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6" name="Google Shape;116;p1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117" name="Google Shape;117;p18"/>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118" name="Google Shape;118;p18"/>
          <p:cNvSpPr/>
          <p:nvPr/>
        </p:nvSpPr>
        <p:spPr bwMode="auto">
          <a:xfrm>
            <a:off x="0" y="0"/>
            <a:ext cx="6363546"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119" name="Google Shape;119;p18"/>
          <p:cNvSpPr txBox="1"/>
          <p:nvPr>
            <p:ph type="title"/>
          </p:nvPr>
        </p:nvSpPr>
        <p:spPr bwMode="auto">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120" name="Google Shape;120;p18"/>
          <p:cNvPicPr/>
          <p:nvPr/>
        </p:nvPicPr>
        <p:blipFill>
          <a:blip r:embed="rId2">
            <a:alphaModFix/>
          </a:blip>
          <a:srcRect l="0" t="0" r="0" b="0"/>
          <a:stretch/>
        </p:blipFill>
        <p:spPr bwMode="auto">
          <a:xfrm>
            <a:off x="5397806" y="3589606"/>
            <a:ext cx="1365250" cy="3382962"/>
          </a:xfrm>
          <a:custGeom>
            <a:avLst/>
            <a:gdLst/>
            <a:ahLst/>
            <a:cxnLst/>
            <a:rect l="l" t="t" r="r" b="b"/>
            <a:pathLst>
              <a:path w="1365250" h="3382962" fill="norm" stroke="1"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arrow half" preserve="0" showMasterPhAnim="0" showMasterSp="0" userDrawn="1">
  <p:cSld name="Green arrow half">
    <p:bg>
      <p:bgPr shadeToTitle="0">
        <a:solidFill>
          <a:srgbClr val="F2F2F2"/>
        </a:solidFill>
      </p:bgPr>
    </p:bg>
    <p:spTree>
      <p:nvGrpSpPr>
        <p:cNvPr id="1" name=""/>
        <p:cNvGrpSpPr/>
        <p:nvPr/>
      </p:nvGrpSpPr>
      <p:grpSpPr bwMode="auto">
        <a:xfrm>
          <a:off x="0" y="0"/>
          <a:ext cx="0" cy="0"/>
          <a:chOff x="0" y="0"/>
          <a:chExt cx="0" cy="0"/>
        </a:xfrm>
      </p:grpSpPr>
      <p:sp>
        <p:nvSpPr>
          <p:cNvPr id="122" name="Google Shape;122;p19"/>
          <p:cNvSpPr/>
          <p:nvPr/>
        </p:nvSpPr>
        <p:spPr bwMode="auto">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123" name="Google Shape;123;p19"/>
          <p:cNvSpPr txBox="1"/>
          <p:nvPr>
            <p:ph type="title"/>
          </p:nvPr>
        </p:nvSpPr>
        <p:spPr bwMode="auto">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4" name="Google Shape;124;p19"/>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5" name="Google Shape;125;p19"/>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126" name="Google Shape;126;p19"/>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127" name="Google Shape;127;p19"/>
          <p:cNvPicPr/>
          <p:nvPr/>
        </p:nvPicPr>
        <p:blipFill>
          <a:blip r:embed="rId2">
            <a:alphaModFix/>
          </a:blip>
          <a:srcRect l="0" t="9052" r="0" b="6866"/>
          <a:stretch/>
        </p:blipFill>
        <p:spPr bwMode="auto">
          <a:xfrm rot="120000">
            <a:off x="4460172" y="3407803"/>
            <a:ext cx="2694666" cy="3456551"/>
          </a:xfrm>
          <a:custGeom>
            <a:avLst/>
            <a:gdLst/>
            <a:ahLst/>
            <a:cxnLst/>
            <a:rect l="l" t="t" r="r" b="b"/>
            <a:pathLst>
              <a:path w="2694666" h="3456551" fill="norm" stroke="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rrow two third" preserve="0" showMasterPhAnim="0" showMasterSp="0" userDrawn="1">
  <p:cSld name="Arrow two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129" name="Google Shape;129;p20"/>
          <p:cNvSpPr/>
          <p:nvPr/>
        </p:nvSpPr>
        <p:spPr bwMode="auto">
          <a:xfrm>
            <a:off x="0" y="0"/>
            <a:ext cx="8446239" cy="6858000"/>
          </a:xfrm>
          <a:custGeom>
            <a:avLst/>
            <a:gdLst/>
            <a:ahLst/>
            <a:cxnLst/>
            <a:rect l="l" t="t" r="r" b="b"/>
            <a:pathLst>
              <a:path w="8446239" h="6858000" fill="norm" stroke="1" extrusionOk="0">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130" name="Google Shape;130;p2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1" name="Google Shape;131;p2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132" name="Google Shape;132;p20"/>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133" name="Google Shape;133;p20"/>
          <p:cNvSpPr txBox="1"/>
          <p:nvPr>
            <p:ph type="title"/>
          </p:nvPr>
        </p:nvSpPr>
        <p:spPr bwMode="auto">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134" name="Google Shape;134;p20"/>
          <p:cNvPicPr/>
          <p:nvPr/>
        </p:nvPicPr>
        <p:blipFill>
          <a:blip r:embed="rId2">
            <a:alphaModFix/>
          </a:blip>
          <a:srcRect l="0" t="0" r="0" b="0"/>
          <a:stretch/>
        </p:blipFill>
        <p:spPr bwMode="auto">
          <a:xfrm>
            <a:off x="7490339" y="3589606"/>
            <a:ext cx="1365250" cy="3382962"/>
          </a:xfrm>
          <a:custGeom>
            <a:avLst/>
            <a:gdLst/>
            <a:ahLst/>
            <a:cxnLst/>
            <a:rect l="l" t="t" r="r" b="b"/>
            <a:pathLst>
              <a:path w="1365250" h="3382962" fill="norm" stroke="1"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Green arrow two third" preserve="0" showMasterPhAnim="0" showMasterSp="0" userDrawn="1">
  <p:cSld name="Green arrow two third">
    <p:bg>
      <p:bgPr shadeToTitle="0">
        <a:solidFill>
          <a:srgbClr val="F2F2F2"/>
        </a:solidFill>
      </p:bgPr>
    </p:bg>
    <p:spTree>
      <p:nvGrpSpPr>
        <p:cNvPr id="1" name=""/>
        <p:cNvGrpSpPr/>
        <p:nvPr/>
      </p:nvGrpSpPr>
      <p:grpSpPr bwMode="auto">
        <a:xfrm>
          <a:off x="0" y="0"/>
          <a:ext cx="0" cy="0"/>
          <a:chOff x="0" y="0"/>
          <a:chExt cx="0" cy="0"/>
        </a:xfrm>
      </p:grpSpPr>
      <p:sp>
        <p:nvSpPr>
          <p:cNvPr id="136" name="Google Shape;136;p21"/>
          <p:cNvSpPr/>
          <p:nvPr/>
        </p:nvSpPr>
        <p:spPr bwMode="auto">
          <a:xfrm>
            <a:off x="0" y="0"/>
            <a:ext cx="8446239" cy="6858000"/>
          </a:xfrm>
          <a:custGeom>
            <a:avLst/>
            <a:gdLst/>
            <a:ahLst/>
            <a:cxnLst/>
            <a:rect l="l" t="t" r="r" b="b"/>
            <a:pathLst>
              <a:path w="8446239" h="6858000" fill="norm" stroke="1"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137" name="Google Shape;137;p21"/>
          <p:cNvSpPr txBox="1"/>
          <p:nvPr>
            <p:ph type="title"/>
          </p:nvPr>
        </p:nvSpPr>
        <p:spPr bwMode="auto">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8" name="Google Shape;138;p21"/>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9" name="Google Shape;139;p21"/>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140" name="Google Shape;140;p21"/>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141" name="Google Shape;141;p21"/>
          <p:cNvPicPr/>
          <p:nvPr/>
        </p:nvPicPr>
        <p:blipFill>
          <a:blip r:embed="rId2">
            <a:alphaModFix/>
          </a:blip>
          <a:srcRect l="0" t="9052" r="0" b="6866"/>
          <a:stretch/>
        </p:blipFill>
        <p:spPr bwMode="auto">
          <a:xfrm rot="120000">
            <a:off x="6567628" y="3407803"/>
            <a:ext cx="2694666" cy="3456551"/>
          </a:xfrm>
          <a:custGeom>
            <a:avLst/>
            <a:gdLst/>
            <a:ahLst/>
            <a:cxnLst/>
            <a:rect l="l" t="t" r="r" b="b"/>
            <a:pathLst>
              <a:path w="2694666" h="3456551" fill="norm" stroke="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statement green" preserve="0" showMasterPhAnim="0" showMasterSp="0" userDrawn="1">
  <p:cSld name="Big statement green">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143" name="Google Shape;143;p22"/>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144" name="Google Shape;144;p2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5" name="Google Shape;145;p2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146" name="Google Shape;146;p22"/>
          <p:cNvSpPr txBox="1"/>
          <p:nvPr>
            <p:ph type="title"/>
          </p:nvPr>
        </p:nvSpPr>
        <p:spPr bwMode="auto">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statement icon" preserve="0" showMasterPhAnim="0" userDrawn="1">
  <p:cSld name="Big statement icon">
    <p:bg>
      <p:bgPr shadeToTitle="0">
        <a:solidFill>
          <a:srgbClr val="F2F2F2"/>
        </a:solidFill>
      </p:bgPr>
    </p:bg>
    <p:spTree>
      <p:nvGrpSpPr>
        <p:cNvPr id="1" name=""/>
        <p:cNvGrpSpPr/>
        <p:nvPr/>
      </p:nvGrpSpPr>
      <p:grpSpPr bwMode="auto">
        <a:xfrm>
          <a:off x="0" y="0"/>
          <a:ext cx="0" cy="0"/>
          <a:chOff x="0" y="0"/>
          <a:chExt cx="0" cy="0"/>
        </a:xfrm>
      </p:grpSpPr>
      <p:sp>
        <p:nvSpPr>
          <p:cNvPr id="148" name="Google Shape;148;p23"/>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9" name="Google Shape;149;p2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150" name="Google Shape;150;p23"/>
          <p:cNvSpPr/>
          <p:nvPr/>
        </p:nvSpPr>
        <p:spPr bwMode="auto">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151" name="Google Shape;151;p23"/>
          <p:cNvSpPr txBox="1"/>
          <p:nvPr>
            <p:ph type="title"/>
          </p:nvPr>
        </p:nvSpPr>
        <p:spPr bwMode="auto">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Quote" preserve="0" showMasterPhAnim="0" showMasterSp="0" userDrawn="1">
  <p:cSld name="Quote">
    <p:bg>
      <p:bgPr shadeToTitle="0">
        <a:solidFill>
          <a:schemeClr val="accent1"/>
        </a:solidFill>
      </p:bgPr>
    </p:bg>
    <p:spTree>
      <p:nvGrpSpPr>
        <p:cNvPr id="1" name=""/>
        <p:cNvGrpSpPr/>
        <p:nvPr/>
      </p:nvGrpSpPr>
      <p:grpSpPr bwMode="auto">
        <a:xfrm>
          <a:off x="0" y="0"/>
          <a:ext cx="0" cy="0"/>
          <a:chOff x="0" y="0"/>
          <a:chExt cx="0" cy="0"/>
        </a:xfrm>
      </p:grpSpPr>
      <p:sp>
        <p:nvSpPr>
          <p:cNvPr id="153" name="Google Shape;153;p24"/>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pic>
        <p:nvPicPr>
          <p:cNvPr id="154" name="Google Shape;154;p24"/>
          <p:cNvPicPr/>
          <p:nvPr/>
        </p:nvPicPr>
        <p:blipFill>
          <a:blip r:embed="rId2">
            <a:alphaModFix/>
          </a:blip>
          <a:srcRect l="0" t="0" r="3634" b="1257"/>
          <a:stretch/>
        </p:blipFill>
        <p:spPr bwMode="auto">
          <a:xfrm rot="-5400000" flipH="1">
            <a:off x="6797461" y="101443"/>
            <a:ext cx="769257" cy="10019821"/>
          </a:xfrm>
          <a:custGeom>
            <a:avLst/>
            <a:gdLst/>
            <a:ahLst/>
            <a:cxnLst/>
            <a:rect l="l" t="t" r="r" b="b"/>
            <a:pathLst>
              <a:path w="769257" h="10019821" fill="norm" stroke="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155" name="Google Shape;155;p24"/>
          <p:cNvSpPr/>
          <p:nvPr/>
        </p:nvSpPr>
        <p:spPr bwMode="auto">
          <a:xfrm flipH="1">
            <a:off x="0" y="0"/>
            <a:ext cx="12192000" cy="5867335"/>
          </a:xfrm>
          <a:custGeom>
            <a:avLst/>
            <a:gdLst/>
            <a:ahLst/>
            <a:cxnLst/>
            <a:rect l="l" t="t" r="r" b="b"/>
            <a:pathLst>
              <a:path w="12192000" h="5867335" fill="norm" stroke="1"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pecial gray" preserve="0" showMasterPhAnim="0" showMasterSp="0" userDrawn="1">
  <p:cSld name="Special gray">
    <p:bg>
      <p:bgPr shadeToTitle="0">
        <a:solidFill>
          <a:srgbClr val="2B2B2B"/>
        </a:solidFill>
      </p:bgPr>
    </p:bg>
    <p:spTree>
      <p:nvGrpSpPr>
        <p:cNvPr id="1" name=""/>
        <p:cNvGrpSpPr/>
        <p:nvPr/>
      </p:nvGrpSpPr>
      <p:grpSpPr bwMode="auto">
        <a:xfrm>
          <a:off x="0" y="0"/>
          <a:ext cx="0" cy="0"/>
          <a:chOff x="0" y="0"/>
          <a:chExt cx="0" cy="0"/>
        </a:xfrm>
      </p:grpSpPr>
      <p:sp>
        <p:nvSpPr>
          <p:cNvPr id="157" name="Google Shape;157;p25"/>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158" name="Google Shape;158;p2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9" name="Google Shape;159;p2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160" name="Google Shape;160;p25"/>
          <p:cNvSpPr txBox="1"/>
          <p:nvPr>
            <p:ph type="title"/>
          </p:nvPr>
        </p:nvSpPr>
        <p:spPr bwMode="auto">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type="blank" userDrawn="1">
  <p:cSld name="BLANK">
    <p:bg>
      <p:bgPr shadeToTitle="0">
        <a:solidFill>
          <a:schemeClr val="lt2"/>
        </a:solidFill>
      </p:bgPr>
    </p:bg>
    <p:spTree>
      <p:nvGrpSpPr>
        <p:cNvPr id="1" name=""/>
        <p:cNvGrpSpPr/>
        <p:nvPr/>
      </p:nvGrpSpPr>
      <p:grpSpPr bwMode="auto">
        <a:xfrm>
          <a:off x="0" y="0"/>
          <a:ext cx="0" cy="0"/>
          <a:chOff x="0" y="0"/>
          <a:chExt cx="0" cy="0"/>
        </a:xfrm>
      </p:grpSpPr>
      <p:sp>
        <p:nvSpPr>
          <p:cNvPr id="162" name="Google Shape;162;p26"/>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3" name="Google Shape;163;p2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green" preserve="0" showMasterPhAnim="0" showMasterSp="0" userDrawn="1">
  <p:cSld name="Blank green">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165" name="Google Shape;165;p27"/>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166" name="Google Shape;166;p2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7" name="Google Shape;167;p2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sclaimer" preserve="0" showMasterPhAnim="0" userDrawn="1">
  <p:cSld name="Disclaimer">
    <p:bg>
      <p:bgPr shadeToTitle="0">
        <a:solidFill>
          <a:schemeClr val="lt2"/>
        </a:solidFill>
      </p:bgPr>
    </p:bg>
    <p:spTree>
      <p:nvGrpSpPr>
        <p:cNvPr id="1" name=""/>
        <p:cNvGrpSpPr/>
        <p:nvPr/>
      </p:nvGrpSpPr>
      <p:grpSpPr bwMode="auto">
        <a:xfrm>
          <a:off x="0" y="0"/>
          <a:ext cx="0" cy="0"/>
          <a:chOff x="0" y="0"/>
          <a:chExt cx="0" cy="0"/>
        </a:xfrm>
      </p:grpSpPr>
      <p:sp>
        <p:nvSpPr>
          <p:cNvPr id="169" name="Google Shape;169;p28"/>
          <p:cNvSpPr/>
          <p:nvPr/>
        </p:nvSpPr>
        <p:spPr bwMode="auto">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or inaccurate.</a:t>
            </a:r>
            <a:endParaRPr/>
          </a:p>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 </a:t>
            </a:r>
            <a:endParaRPr/>
          </a:p>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endParaRPr/>
          </a:p>
          <a:p>
            <a:pPr marL="0" marR="0" lvl="0" indent="0" algn="l">
              <a:lnSpc>
                <a:spcPct val="100000"/>
              </a:lnSpc>
              <a:spcBef>
                <a:spcPts val="0"/>
              </a:spcBef>
              <a:spcAft>
                <a:spcPts val="0"/>
              </a:spcAft>
              <a:buNone/>
              <a:defRPr/>
            </a:pPr>
            <a:endParaRPr sz="900" b="0">
              <a:solidFill>
                <a:schemeClr val="dk1"/>
              </a:solidFill>
              <a:latin typeface="Trebuchet MS"/>
              <a:ea typeface="Trebuchet MS"/>
              <a:cs typeface="Trebuchet MS"/>
            </a:endParaRPr>
          </a:p>
          <a:p>
            <a:pPr marL="0" marR="0" lvl="0" indent="0" algn="l">
              <a:lnSpc>
                <a:spcPct val="100000"/>
              </a:lnSpc>
              <a:spcBef>
                <a:spcPts val="0"/>
              </a:spcBef>
              <a:spcAft>
                <a:spcPts val="0"/>
              </a:spcAft>
              <a:buClr>
                <a:schemeClr val="dk1"/>
              </a:buClr>
              <a:buSzPts val="900"/>
              <a:buFont typeface="Trebuchet MS"/>
              <a:buNone/>
              <a:defRPr/>
            </a:pPr>
            <a:r>
              <a:rPr lang="en-US" sz="900" b="0">
                <a:solidFill>
                  <a:schemeClr val="dk1"/>
                </a:solidFill>
                <a:latin typeface="Trebuchet MS"/>
                <a:ea typeface="Trebuchet MS"/>
                <a:cs typeface="Trebuchet MS"/>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endParaRPr/>
          </a:p>
        </p:txBody>
      </p:sp>
      <p:sp>
        <p:nvSpPr>
          <p:cNvPr id="170" name="Google Shape;170;p28"/>
          <p:cNvSpPr txBox="1"/>
          <p:nvPr/>
        </p:nvSpPr>
        <p:spPr bwMode="auto">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a:lnSpc>
                <a:spcPct val="90000"/>
              </a:lnSpc>
              <a:spcBef>
                <a:spcPts val="0"/>
              </a:spcBef>
              <a:spcAft>
                <a:spcPts val="0"/>
              </a:spcAft>
              <a:buClr>
                <a:schemeClr val="dk2"/>
              </a:buClr>
              <a:buSzPts val="5100"/>
              <a:buFont typeface="Trebuchet MS"/>
              <a:buNone/>
              <a:defRPr/>
            </a:pPr>
            <a:r>
              <a:rPr lang="en-US" sz="5100">
                <a:solidFill>
                  <a:schemeClr val="dk2"/>
                </a:solidFill>
                <a:latin typeface="Trebuchet MS"/>
                <a:ea typeface="Trebuchet MS"/>
                <a:cs typeface="Trebuchet MS"/>
              </a:rPr>
              <a:t>Disclaimer</a:t>
            </a:r>
            <a:endParaRPr/>
          </a:p>
        </p:txBody>
      </p:sp>
      <p:cxnSp>
        <p:nvCxnSpPr>
          <p:cNvPr id="171" name="Google Shape;171;p28"/>
          <p:cNvCxnSpPr>
            <a:cxnSpLocks/>
          </p:cNvCxnSpPr>
          <p:nvPr/>
        </p:nvCxnSpPr>
        <p:spPr bwMode="auto">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172" name="Google Shape;172;p2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3" name="Google Shape;173;p2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End" preserve="0" showMasterPhAnim="0" showMasterSp="0" userDrawn="1">
  <p:cSld name="End">
    <p:spTree>
      <p:nvGrpSpPr>
        <p:cNvPr id="1" name=""/>
        <p:cNvGrpSpPr/>
        <p:nvPr/>
      </p:nvGrpSpPr>
      <p:grpSpPr bwMode="auto">
        <a:xfrm>
          <a:off x="0" y="0"/>
          <a:ext cx="0" cy="0"/>
          <a:chOff x="0" y="0"/>
          <a:chExt cx="0" cy="0"/>
        </a:xfrm>
      </p:grpSpPr>
      <p:pic>
        <p:nvPicPr>
          <p:cNvPr id="175" name="Google Shape;175;p29"/>
          <p:cNvPicPr/>
          <p:nvPr/>
        </p:nvPicPr>
        <p:blipFill>
          <a:blip r:embed="rId2">
            <a:alphaModFix/>
          </a:blip>
          <a:srcRect l="0" t="0" r="0" b="0"/>
          <a:stretch/>
        </p:blipFill>
        <p:spPr bwMode="auto">
          <a:xfrm flipH="1">
            <a:off x="0" y="0"/>
            <a:ext cx="12192000" cy="6858000"/>
          </a:xfrm>
          <a:prstGeom prst="rect">
            <a:avLst/>
          </a:prstGeom>
          <a:noFill/>
          <a:ln>
            <a:noFill/>
          </a:ln>
        </p:spPr>
      </p:pic>
      <p:sp>
        <p:nvSpPr>
          <p:cNvPr id="176" name="Google Shape;176;p29"/>
          <p:cNvSpPr/>
          <p:nvPr/>
        </p:nvSpPr>
        <p:spPr bwMode="auto">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a:solidFill>
                <a:srgbClr val="FFFFFF"/>
              </a:solidFill>
              <a:latin typeface="Trebuchet MS"/>
              <a:ea typeface="Trebuchet MS"/>
              <a:cs typeface="Trebuchet MS"/>
            </a:endParaRPr>
          </a:p>
        </p:txBody>
      </p:sp>
      <p:sp>
        <p:nvSpPr>
          <p:cNvPr id="177" name="Google Shape;177;p29"/>
          <p:cNvSpPr txBox="1"/>
          <p:nvPr/>
        </p:nvSpPr>
        <p:spPr bwMode="auto">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a:lnSpc>
                <a:spcPct val="90000"/>
              </a:lnSpc>
              <a:spcBef>
                <a:spcPts val="0"/>
              </a:spcBef>
              <a:spcAft>
                <a:spcPts val="0"/>
              </a:spcAft>
              <a:buNone/>
              <a:defRPr/>
            </a:pPr>
            <a:r>
              <a:rPr lang="en-US" sz="1200">
                <a:solidFill>
                  <a:schemeClr val="lt1"/>
                </a:solidFill>
                <a:latin typeface="Trebuchet MS"/>
                <a:ea typeface="Trebuchet MS"/>
                <a:cs typeface="Trebuchet MS"/>
              </a:rPr>
              <a:t>bcg.com</a:t>
            </a:r>
            <a:endParaRPr/>
          </a:p>
        </p:txBody>
      </p:sp>
      <p:sp>
        <p:nvSpPr>
          <p:cNvPr id="178" name="Google Shape;178;p29"/>
          <p:cNvSpPr/>
          <p:nvPr/>
        </p:nvSpPr>
        <p:spPr bwMode="auto">
          <a:xfrm>
            <a:off x="2676858" y="2969513"/>
            <a:ext cx="4033357" cy="842974"/>
          </a:xfrm>
          <a:custGeom>
            <a:avLst/>
            <a:gdLst/>
            <a:ahLst/>
            <a:cxnLst/>
            <a:rect l="l" t="t" r="r" b="b"/>
            <a:pathLst>
              <a:path w="11499847" h="2403475" fill="norm" stroke="1"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Layout guide" preserve="0" showMasterPhAnim="0" userDrawn="1">
  <p:cSld name="Layout guide">
    <p:spTree>
      <p:nvGrpSpPr>
        <p:cNvPr id="1" name=""/>
        <p:cNvGrpSpPr/>
        <p:nvPr/>
      </p:nvGrpSpPr>
      <p:grpSpPr bwMode="auto">
        <a:xfrm>
          <a:off x="0" y="0"/>
          <a:ext cx="0" cy="0"/>
          <a:chOff x="0" y="0"/>
          <a:chExt cx="0" cy="0"/>
        </a:xfrm>
      </p:grpSpPr>
      <p:grpSp>
        <p:nvGrpSpPr>
          <p:cNvPr id="180" name="Google Shape;180;p30"/>
          <p:cNvGrpSpPr/>
          <p:nvPr/>
        </p:nvGrpSpPr>
        <p:grpSpPr bwMode="auto">
          <a:xfrm>
            <a:off x="-600" y="-1"/>
            <a:ext cx="12193799" cy="6858001"/>
            <a:chOff x="-600" y="-1"/>
            <a:chExt cx="12193799" cy="6858001"/>
          </a:xfrm>
        </p:grpSpPr>
        <p:sp>
          <p:nvSpPr>
            <p:cNvPr id="181" name="Google Shape;181;p30"/>
            <p:cNvSpPr/>
            <p:nvPr/>
          </p:nvSpPr>
          <p:spPr bwMode="auto">
            <a:xfrm>
              <a:off x="0" y="-1"/>
              <a:ext cx="12193200" cy="6858000"/>
            </a:xfrm>
            <a:custGeom>
              <a:avLst/>
              <a:gdLst/>
              <a:ahLst/>
              <a:cxnLst/>
              <a:rect l="l" t="t" r="r" b="b"/>
              <a:pathLst>
                <a:path w="12193200" h="6858000" fill="norm" stroke="1"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nvGrpSpPr>
            <p:cNvPr id="182" name="Google Shape;182;p30"/>
            <p:cNvGrpSpPr/>
            <p:nvPr/>
          </p:nvGrpSpPr>
          <p:grpSpPr bwMode="auto">
            <a:xfrm>
              <a:off x="-600" y="622800"/>
              <a:ext cx="12193200" cy="5536800"/>
              <a:chOff x="12623800" y="622800"/>
              <a:chExt cx="11176000" cy="5536800"/>
            </a:xfrm>
          </p:grpSpPr>
          <p:cxnSp>
            <p:nvCxnSpPr>
              <p:cNvPr id="183" name="Google Shape;183;p30"/>
              <p:cNvCxnSpPr>
                <a:cxnSpLocks/>
              </p:cNvCxnSpPr>
              <p:nvPr/>
            </p:nvCxnSpPr>
            <p:spPr bwMode="auto">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4" name="Google Shape;184;p30"/>
              <p:cNvCxnSpPr>
                <a:cxnSpLocks/>
              </p:cNvCxnSpPr>
              <p:nvPr/>
            </p:nvCxnSpPr>
            <p:spPr bwMode="auto">
              <a:xfrm>
                <a:off x="12623800" y="9142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5" name="Google Shape;185;p30"/>
              <p:cNvCxnSpPr>
                <a:cxnSpLocks/>
              </p:cNvCxnSpPr>
              <p:nvPr/>
            </p:nvCxnSpPr>
            <p:spPr bwMode="auto">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6" name="Google Shape;186;p30"/>
              <p:cNvCxnSpPr>
                <a:cxnSpLocks/>
              </p:cNvCxnSpPr>
              <p:nvPr/>
            </p:nvCxnSpPr>
            <p:spPr bwMode="auto">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7" name="Google Shape;187;p30"/>
              <p:cNvCxnSpPr>
                <a:cxnSpLocks/>
              </p:cNvCxnSpPr>
              <p:nvPr/>
            </p:nvCxnSpPr>
            <p:spPr bwMode="auto">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8" name="Google Shape;188;p30"/>
              <p:cNvCxnSpPr>
                <a:cxnSpLocks/>
              </p:cNvCxnSpPr>
              <p:nvPr/>
            </p:nvCxnSpPr>
            <p:spPr bwMode="auto">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9" name="Google Shape;189;p30"/>
              <p:cNvCxnSpPr>
                <a:cxnSpLocks/>
              </p:cNvCxnSpPr>
              <p:nvPr/>
            </p:nvCxnSpPr>
            <p:spPr bwMode="auto">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0" name="Google Shape;190;p30"/>
              <p:cNvCxnSpPr>
                <a:cxnSpLocks/>
              </p:cNvCxnSpPr>
              <p:nvPr/>
            </p:nvCxnSpPr>
            <p:spPr bwMode="auto">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1" name="Google Shape;191;p30"/>
              <p:cNvCxnSpPr>
                <a:cxnSpLocks/>
              </p:cNvCxnSpPr>
              <p:nvPr/>
            </p:nvCxnSpPr>
            <p:spPr bwMode="auto">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2" name="Google Shape;192;p30"/>
              <p:cNvCxnSpPr>
                <a:cxnSpLocks/>
              </p:cNvCxnSpPr>
              <p:nvPr/>
            </p:nvCxnSpPr>
            <p:spPr bwMode="auto">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3" name="Google Shape;193;p30"/>
              <p:cNvCxnSpPr>
                <a:cxnSpLocks/>
              </p:cNvCxnSpPr>
              <p:nvPr/>
            </p:nvCxnSpPr>
            <p:spPr bwMode="auto">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4" name="Google Shape;194;p30"/>
              <p:cNvCxnSpPr>
                <a:cxnSpLocks/>
              </p:cNvCxnSpPr>
              <p:nvPr/>
            </p:nvCxnSpPr>
            <p:spPr bwMode="auto">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5" name="Google Shape;195;p30"/>
              <p:cNvCxnSpPr>
                <a:cxnSpLocks/>
              </p:cNvCxnSpPr>
              <p:nvPr/>
            </p:nvCxnSpPr>
            <p:spPr bwMode="auto">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6" name="Google Shape;196;p30"/>
              <p:cNvCxnSpPr>
                <a:cxnSpLocks/>
              </p:cNvCxnSpPr>
              <p:nvPr/>
            </p:nvCxnSpPr>
            <p:spPr bwMode="auto">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7" name="Google Shape;197;p30"/>
              <p:cNvCxnSpPr>
                <a:cxnSpLocks/>
              </p:cNvCxnSpPr>
              <p:nvPr/>
            </p:nvCxnSpPr>
            <p:spPr bwMode="auto">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8" name="Google Shape;198;p30"/>
              <p:cNvCxnSpPr>
                <a:cxnSpLocks/>
              </p:cNvCxnSpPr>
              <p:nvPr/>
            </p:nvCxnSpPr>
            <p:spPr bwMode="auto">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9" name="Google Shape;199;p30"/>
              <p:cNvCxnSpPr>
                <a:cxnSpLocks/>
              </p:cNvCxnSpPr>
              <p:nvPr/>
            </p:nvCxnSpPr>
            <p:spPr bwMode="auto">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0" name="Google Shape;200;p30"/>
              <p:cNvCxnSpPr>
                <a:cxnSpLocks/>
              </p:cNvCxnSpPr>
              <p:nvPr/>
            </p:nvCxnSpPr>
            <p:spPr bwMode="auto">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1" name="Google Shape;201;p30"/>
              <p:cNvCxnSpPr>
                <a:cxnSpLocks/>
              </p:cNvCxnSpPr>
              <p:nvPr/>
            </p:nvCxnSpPr>
            <p:spPr bwMode="auto">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2" name="Google Shape;202;p30"/>
              <p:cNvCxnSpPr>
                <a:cxnSpLocks/>
              </p:cNvCxnSpPr>
              <p:nvPr/>
            </p:nvCxnSpPr>
            <p:spPr bwMode="auto">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203" name="Google Shape;203;p30"/>
            <p:cNvGrpSpPr/>
            <p:nvPr/>
          </p:nvGrpSpPr>
          <p:grpSpPr bwMode="auto">
            <a:xfrm>
              <a:off x="1277000" y="623550"/>
              <a:ext cx="9638000" cy="5537047"/>
              <a:chOff x="1277000" y="623550"/>
              <a:chExt cx="9638000" cy="5537047"/>
            </a:xfrm>
          </p:grpSpPr>
          <p:sp>
            <p:nvSpPr>
              <p:cNvPr id="204" name="Google Shape;204;p30"/>
              <p:cNvSpPr/>
              <p:nvPr/>
            </p:nvSpPr>
            <p:spPr bwMode="auto">
              <a:xfrm>
                <a:off x="688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05" name="Google Shape;205;p30"/>
              <p:cNvSpPr/>
              <p:nvPr/>
            </p:nvSpPr>
            <p:spPr bwMode="auto">
              <a:xfrm>
                <a:off x="875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06" name="Google Shape;206;p30"/>
              <p:cNvSpPr/>
              <p:nvPr/>
            </p:nvSpPr>
            <p:spPr bwMode="auto">
              <a:xfrm>
                <a:off x="782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07" name="Google Shape;207;p30"/>
              <p:cNvSpPr/>
              <p:nvPr/>
            </p:nvSpPr>
            <p:spPr bwMode="auto">
              <a:xfrm>
                <a:off x="969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08" name="Google Shape;208;p30"/>
              <p:cNvSpPr/>
              <p:nvPr/>
            </p:nvSpPr>
            <p:spPr bwMode="auto">
              <a:xfrm>
                <a:off x="1062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09" name="Google Shape;209;p30"/>
              <p:cNvSpPr/>
              <p:nvPr/>
            </p:nvSpPr>
            <p:spPr bwMode="auto">
              <a:xfrm>
                <a:off x="595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0" name="Google Shape;210;p30"/>
              <p:cNvSpPr/>
              <p:nvPr/>
            </p:nvSpPr>
            <p:spPr bwMode="auto">
              <a:xfrm>
                <a:off x="127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1" name="Google Shape;211;p30"/>
              <p:cNvSpPr/>
              <p:nvPr/>
            </p:nvSpPr>
            <p:spPr bwMode="auto">
              <a:xfrm>
                <a:off x="221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2" name="Google Shape;212;p30"/>
              <p:cNvSpPr/>
              <p:nvPr/>
            </p:nvSpPr>
            <p:spPr bwMode="auto">
              <a:xfrm>
                <a:off x="314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3" name="Google Shape;213;p30"/>
              <p:cNvSpPr/>
              <p:nvPr/>
            </p:nvSpPr>
            <p:spPr bwMode="auto">
              <a:xfrm>
                <a:off x="408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4" name="Google Shape;214;p30"/>
              <p:cNvSpPr/>
              <p:nvPr/>
            </p:nvSpPr>
            <p:spPr bwMode="auto">
              <a:xfrm>
                <a:off x="501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sp>
          <p:nvSpPr>
            <p:cNvPr id="215" name="Google Shape;215;p30"/>
            <p:cNvSpPr/>
            <p:nvPr/>
          </p:nvSpPr>
          <p:spPr bwMode="auto">
            <a:xfrm>
              <a:off x="-600" y="0"/>
              <a:ext cx="12193200" cy="6858000"/>
            </a:xfrm>
            <a:custGeom>
              <a:avLst/>
              <a:gdLst/>
              <a:ahLst/>
              <a:cxnLst/>
              <a:rect l="l" t="t" r="r" b="b"/>
              <a:pathLst>
                <a:path w="6026" h="3396" fill="norm" stroke="1"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Trebuchet MS"/>
                <a:buNone/>
                <a:defRPr/>
              </a:pPr>
              <a:endParaRPr sz="1800" b="0" i="0" u="none" strike="noStrike" cap="none">
                <a:solidFill>
                  <a:srgbClr val="575757"/>
                </a:solidFill>
                <a:latin typeface="Trebuchet MS"/>
                <a:ea typeface="Trebuchet MS"/>
                <a:cs typeface="Trebuchet MS"/>
              </a:endParaRPr>
            </a:p>
          </p:txBody>
        </p:sp>
        <p:sp>
          <p:nvSpPr>
            <p:cNvPr id="216" name="Google Shape;216;p30"/>
            <p:cNvSpPr/>
            <p:nvPr/>
          </p:nvSpPr>
          <p:spPr bwMode="auto">
            <a:xfrm>
              <a:off x="629400" y="6159600"/>
              <a:ext cx="10933200" cy="378584"/>
            </a:xfrm>
            <a:prstGeom prst="rect">
              <a:avLst/>
            </a:prstGeom>
            <a:solidFill>
              <a:schemeClr val="accent3">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17" name="Google Shape;217;p30"/>
            <p:cNvSpPr/>
            <p:nvPr/>
          </p:nvSpPr>
          <p:spPr bwMode="auto">
            <a:xfrm>
              <a:off x="629400" y="1497600"/>
              <a:ext cx="10932229" cy="583200"/>
            </a:xfrm>
            <a:prstGeom prst="rect">
              <a:avLst/>
            </a:prstGeom>
            <a:solidFill>
              <a:schemeClr val="accent3">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nvGrpSpPr>
            <p:cNvPr id="218" name="Google Shape;218;p30"/>
            <p:cNvGrpSpPr/>
            <p:nvPr/>
          </p:nvGrpSpPr>
          <p:grpSpPr bwMode="auto">
            <a:xfrm>
              <a:off x="629400" y="5975122"/>
              <a:ext cx="10933200" cy="79536"/>
              <a:chOff x="629400" y="5975122"/>
              <a:chExt cx="10933200" cy="79536"/>
            </a:xfrm>
          </p:grpSpPr>
          <p:sp>
            <p:nvSpPr>
              <p:cNvPr id="219" name="Google Shape;219;p30"/>
              <p:cNvSpPr/>
              <p:nvPr/>
            </p:nvSpPr>
            <p:spPr bwMode="auto">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20" name="Google Shape;220;p30"/>
              <p:cNvSpPr/>
              <p:nvPr/>
            </p:nvSpPr>
            <p:spPr bwMode="auto">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21" name="Google Shape;221;p30"/>
              <p:cNvSpPr/>
              <p:nvPr/>
            </p:nvSpPr>
            <p:spPr bwMode="auto">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22" name="Google Shape;222;p30"/>
              <p:cNvSpPr/>
              <p:nvPr/>
            </p:nvSpPr>
            <p:spPr bwMode="auto">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223" name="Google Shape;223;p30"/>
              <p:cNvSpPr/>
              <p:nvPr/>
            </p:nvSpPr>
            <p:spPr bwMode="auto">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sp>
          <p:nvSpPr>
            <p:cNvPr id="224" name="Google Shape;224;p30"/>
            <p:cNvSpPr/>
            <p:nvPr/>
          </p:nvSpPr>
          <p:spPr bwMode="auto">
            <a:xfrm>
              <a:off x="629400" y="2080801"/>
              <a:ext cx="10933200" cy="4078800"/>
            </a:xfrm>
            <a:custGeom>
              <a:avLst/>
              <a:gdLst/>
              <a:ahLst/>
              <a:cxnLst/>
              <a:rect l="l" t="t" r="r" b="b"/>
              <a:pathLst>
                <a:path w="10931999" h="5537797" fill="norm" stroke="1"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225" name="Google Shape;225;p30"/>
            <p:cNvSpPr txBox="1"/>
            <p:nvPr/>
          </p:nvSpPr>
          <p:spPr bwMode="auto">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1. xxxx  2. xxxx  3. List footnotes in numerical order. Footnote numbers are not bracketed. Use 10pt font</a:t>
              </a:r>
              <a:endParaRPr/>
            </a:p>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Note: Do not put a period at the end of the note or the source</a:t>
              </a:r>
              <a:endParaRPr/>
            </a:p>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Source: Include a source for every chart that you use. Separate sources with a semicolon; BCG-related sources go at the end</a:t>
              </a:r>
              <a:endParaRPr/>
            </a:p>
          </p:txBody>
        </p:sp>
      </p:grpSp>
      <p:sp>
        <p:nvSpPr>
          <p:cNvPr id="226" name="Google Shape;226;p3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27" name="Google Shape;227;p3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Title Slide" preserve="0" showMasterPhAnim="0" showMasterSp="0" userDrawn="1">
  <p:cSld name="D. Title Slide">
    <p:spTree>
      <p:nvGrpSpPr>
        <p:cNvPr id="1" name=""/>
        <p:cNvGrpSpPr/>
        <p:nvPr/>
      </p:nvGrpSpPr>
      <p:grpSpPr bwMode="auto">
        <a:xfrm>
          <a:off x="0" y="0"/>
          <a:ext cx="0" cy="0"/>
          <a:chOff x="0" y="0"/>
          <a:chExt cx="0" cy="0"/>
        </a:xfrm>
      </p:grpSpPr>
      <p:sp>
        <p:nvSpPr>
          <p:cNvPr id="229" name="Google Shape;229;p31"/>
          <p:cNvSpPr/>
          <p:nvPr/>
        </p:nvSpPr>
        <p:spPr bwMode="auto">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pic>
        <p:nvPicPr>
          <p:cNvPr id="230" name="Google Shape;230;p31"/>
          <p:cNvPicPr/>
          <p:nvPr/>
        </p:nvPicPr>
        <p:blipFill>
          <a:blip r:embed="rId2">
            <a:alphaModFix/>
          </a:blip>
          <a:srcRect l="1731" t="8741" r="102" b="27"/>
          <a:stretch/>
        </p:blipFill>
        <p:spPr bwMode="auto">
          <a:xfrm rot="-5400000" flipH="1">
            <a:off x="8471921" y="1973272"/>
            <a:ext cx="580573" cy="6858000"/>
          </a:xfrm>
          <a:prstGeom prst="rect">
            <a:avLst/>
          </a:prstGeom>
          <a:noFill/>
          <a:ln>
            <a:noFill/>
          </a:ln>
        </p:spPr>
      </p:pic>
      <p:pic>
        <p:nvPicPr>
          <p:cNvPr id="231" name="Google Shape;231;p31"/>
          <p:cNvPicPr/>
          <p:nvPr/>
        </p:nvPicPr>
        <p:blipFill>
          <a:blip r:embed="rId3">
            <a:alphaModFix/>
          </a:blip>
          <a:srcRect l="0" t="0" r="0" b="23055"/>
          <a:stretch/>
        </p:blipFill>
        <p:spPr bwMode="auto">
          <a:xfrm flipH="1">
            <a:off x="0" y="0"/>
            <a:ext cx="12192000" cy="5276850"/>
          </a:xfrm>
          <a:prstGeom prst="rect">
            <a:avLst/>
          </a:prstGeom>
          <a:noFill/>
          <a:ln>
            <a:noFill/>
          </a:ln>
        </p:spPr>
      </p:pic>
      <p:sp>
        <p:nvSpPr>
          <p:cNvPr id="232" name="Google Shape;232;p31"/>
          <p:cNvSpPr/>
          <p:nvPr>
            <p:ph type="pic" idx="2"/>
          </p:nvPr>
        </p:nvSpPr>
        <p:spPr bwMode="auto">
          <a:xfrm>
            <a:off x="9366561" y="5570642"/>
            <a:ext cx="1867935" cy="896833"/>
          </a:xfrm>
          <a:prstGeom prst="rect">
            <a:avLst/>
          </a:prstGeom>
          <a:noFill/>
          <a:ln>
            <a:noFill/>
          </a:ln>
        </p:spPr>
      </p:sp>
      <p:sp>
        <p:nvSpPr>
          <p:cNvPr id="233" name="Google Shape;233;p31"/>
          <p:cNvSpPr/>
          <p:nvPr/>
        </p:nvSpPr>
        <p:spPr bwMode="auto">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a:solidFill>
                <a:srgbClr val="FFFFFF"/>
              </a:solidFill>
              <a:latin typeface="Trebuchet MS"/>
              <a:ea typeface="Trebuchet MS"/>
              <a:cs typeface="Trebuchet MS"/>
            </a:endParaRPr>
          </a:p>
        </p:txBody>
      </p:sp>
      <p:sp>
        <p:nvSpPr>
          <p:cNvPr id="234" name="Google Shape;234;p31"/>
          <p:cNvSpPr txBox="1"/>
          <p:nvPr>
            <p:ph type="body" idx="1"/>
          </p:nvPr>
        </p:nvSpPr>
        <p:spPr bwMode="auto">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pPr>
              <a:defRPr/>
            </a:pPr>
            <a:endParaRPr/>
          </a:p>
        </p:txBody>
      </p:sp>
      <p:sp>
        <p:nvSpPr>
          <p:cNvPr id="235" name="Google Shape;235;p31"/>
          <p:cNvSpPr txBox="1"/>
          <p:nvPr>
            <p:ph type="subTitle" idx="3"/>
          </p:nvPr>
        </p:nvSpPr>
        <p:spPr bwMode="auto">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pPr>
              <a:defRPr/>
            </a:pPr>
            <a:endParaRPr/>
          </a:p>
        </p:txBody>
      </p:sp>
      <p:sp>
        <p:nvSpPr>
          <p:cNvPr id="236" name="Google Shape;236;p31"/>
          <p:cNvSpPr txBox="1"/>
          <p:nvPr>
            <p:ph type="ctrTitle"/>
          </p:nvPr>
        </p:nvSpPr>
        <p:spPr bwMode="auto">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7" name="Google Shape;237;p31"/>
          <p:cNvSpPr/>
          <p:nvPr/>
        </p:nvSpPr>
        <p:spPr bwMode="auto">
          <a:xfrm>
            <a:off x="1117415" y="1112679"/>
            <a:ext cx="2327644" cy="486479"/>
          </a:xfrm>
          <a:custGeom>
            <a:avLst/>
            <a:gdLst/>
            <a:ahLst/>
            <a:cxnLst/>
            <a:rect l="l" t="t" r="r" b="b"/>
            <a:pathLst>
              <a:path w="11499847" h="2403475" fill="norm" stroke="1"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Title Only" preserve="0" showMasterPhAnim="0" userDrawn="1">
  <p:cSld name="D. Title Only">
    <p:spTree>
      <p:nvGrpSpPr>
        <p:cNvPr id="1" name=""/>
        <p:cNvGrpSpPr/>
        <p:nvPr/>
      </p:nvGrpSpPr>
      <p:grpSpPr bwMode="auto">
        <a:xfrm>
          <a:off x="0" y="0"/>
          <a:ext cx="0" cy="0"/>
          <a:chOff x="0" y="0"/>
          <a:chExt cx="0" cy="0"/>
        </a:xfrm>
      </p:grpSpPr>
      <p:sp>
        <p:nvSpPr>
          <p:cNvPr id="239" name="Google Shape;239;p3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40" name="Google Shape;240;p3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241" name="Google Shape;241;p32"/>
          <p:cNvSpPr txBox="1"/>
          <p:nvPr>
            <p:ph type="title"/>
          </p:nvPr>
        </p:nvSpPr>
        <p:spPr bwMode="auto">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Title and Text" preserve="0" showMasterPhAnim="0" userDrawn="1">
  <p:cSld name="D. Title and Text">
    <p:spTree>
      <p:nvGrpSpPr>
        <p:cNvPr id="1" name=""/>
        <p:cNvGrpSpPr/>
        <p:nvPr/>
      </p:nvGrpSpPr>
      <p:grpSpPr bwMode="auto">
        <a:xfrm>
          <a:off x="0" y="0"/>
          <a:ext cx="0" cy="0"/>
          <a:chOff x="0" y="0"/>
          <a:chExt cx="0" cy="0"/>
        </a:xfrm>
      </p:grpSpPr>
      <p:sp>
        <p:nvSpPr>
          <p:cNvPr id="243" name="Google Shape;243;p33"/>
          <p:cNvSpPr txBox="1"/>
          <p:nvPr>
            <p:ph type="title"/>
          </p:nvPr>
        </p:nvSpPr>
        <p:spPr bwMode="auto">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44" name="Google Shape;244;p33"/>
          <p:cNvSpPr txBox="1"/>
          <p:nvPr>
            <p:ph type="body" idx="1"/>
          </p:nvPr>
        </p:nvSpPr>
        <p:spPr bwMode="auto">
          <a:xfrm>
            <a:off x="629400" y="2085627"/>
            <a:ext cx="10933950" cy="4072976"/>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chemeClr val="dk1"/>
              </a:buClr>
              <a:buSzPts val="1200"/>
              <a:buChar char="​"/>
              <a:defRPr/>
            </a:lvl1pPr>
            <a:lvl2pPr marL="914400" lvl="1" indent="-304800" algn="l">
              <a:lnSpc>
                <a:spcPct val="100000"/>
              </a:lnSpc>
              <a:spcBef>
                <a:spcPts val="0"/>
              </a:spcBef>
              <a:spcAft>
                <a:spcPts val="0"/>
              </a:spcAft>
              <a:buSzPts val="1200"/>
              <a:buChar char="•"/>
              <a:defRPr/>
            </a:lvl2pPr>
            <a:lvl3pPr marL="1371600" lvl="2" indent="-304800" algn="l">
              <a:lnSpc>
                <a:spcPct val="100000"/>
              </a:lnSpc>
              <a:spcBef>
                <a:spcPts val="0"/>
              </a:spcBef>
              <a:spcAft>
                <a:spcPts val="0"/>
              </a:spcAft>
              <a:buSzPts val="1200"/>
              <a:buChar char="–"/>
              <a:defRPr/>
            </a:lvl3pPr>
            <a:lvl4pPr marL="1828800" lvl="3" indent="-330200" algn="l">
              <a:lnSpc>
                <a:spcPct val="100000"/>
              </a:lnSpc>
              <a:spcBef>
                <a:spcPts val="0"/>
              </a:spcBef>
              <a:spcAft>
                <a:spcPts val="0"/>
              </a:spcAft>
              <a:buSzPts val="1600"/>
              <a:buChar char="​"/>
              <a:defRPr/>
            </a:lvl4pPr>
            <a:lvl5pPr marL="2286000" lvl="4" indent="-330200" algn="l">
              <a:lnSpc>
                <a:spcPct val="100000"/>
              </a:lnSpc>
              <a:spcBef>
                <a:spcPts val="0"/>
              </a:spcBef>
              <a:spcAft>
                <a:spcPts val="0"/>
              </a:spcAft>
              <a:buClr>
                <a:schemeClr val="dk1"/>
              </a:buClr>
              <a:buSzPts val="1600"/>
              <a:buChar char="​"/>
              <a:defRPr/>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pPr>
              <a:defRPr/>
            </a:pPr>
            <a:endParaRPr/>
          </a:p>
        </p:txBody>
      </p:sp>
      <p:sp>
        <p:nvSpPr>
          <p:cNvPr id="245" name="Google Shape;245;p3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ay slice heading" preserve="0" showMasterPhAnim="0" userDrawn="1">
  <p:cSld name="D. Gray slice heading">
    <p:bg>
      <p:bgPr shadeToTitle="0">
        <a:solidFill>
          <a:schemeClr val="lt1"/>
        </a:solidFill>
      </p:bgPr>
    </p:bg>
    <p:spTree>
      <p:nvGrpSpPr>
        <p:cNvPr id="1" name=""/>
        <p:cNvGrpSpPr/>
        <p:nvPr/>
      </p:nvGrpSpPr>
      <p:grpSpPr bwMode="auto">
        <a:xfrm>
          <a:off x="0" y="0"/>
          <a:ext cx="0" cy="0"/>
          <a:chOff x="0" y="0"/>
          <a:chExt cx="0" cy="0"/>
        </a:xfrm>
      </p:grpSpPr>
      <p:sp>
        <p:nvSpPr>
          <p:cNvPr id="247" name="Google Shape;247;p34"/>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48" name="Google Shape;248;p34"/>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249" name="Google Shape;249;p34"/>
          <p:cNvSpPr/>
          <p:nvPr/>
        </p:nvSpPr>
        <p:spPr bwMode="auto">
          <a:xfrm>
            <a:off x="1" y="-1308"/>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250" name="Google Shape;250;p34"/>
          <p:cNvSpPr txBox="1"/>
          <p:nvPr>
            <p:ph type="subTitle" idx="1"/>
          </p:nvPr>
        </p:nvSpPr>
        <p:spPr bwMode="auto">
          <a:xfrm>
            <a:off x="630000" y="2158987"/>
            <a:ext cx="3744000" cy="541687"/>
          </a:xfrm>
          <a:prstGeom prst="rect">
            <a:avLst/>
          </a:prstGeom>
          <a:noFill/>
          <a:ln>
            <a:noFill/>
          </a:ln>
        </p:spPr>
        <p:txBody>
          <a:bodyPr spcFirstLastPara="1" wrap="square" lIns="0" tIns="0" rIns="0" bIns="0" anchor="t" anchorCtr="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pPr>
              <a:defRPr/>
            </a:pPr>
            <a:endParaRPr/>
          </a:p>
        </p:txBody>
      </p:sp>
      <p:sp>
        <p:nvSpPr>
          <p:cNvPr id="251" name="Google Shape;251;p34"/>
          <p:cNvSpPr txBox="1"/>
          <p:nvPr>
            <p:ph type="title"/>
          </p:nvPr>
        </p:nvSpPr>
        <p:spPr bwMode="auto">
          <a:xfrm>
            <a:off x="630000" y="1227048"/>
            <a:ext cx="3744000" cy="6647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Section header box" preserve="0" showMasterPhAnim="0" userDrawn="1">
  <p:cSld name="D. Section header box">
    <p:spTree>
      <p:nvGrpSpPr>
        <p:cNvPr id="1" name=""/>
        <p:cNvGrpSpPr/>
        <p:nvPr/>
      </p:nvGrpSpPr>
      <p:grpSpPr bwMode="auto">
        <a:xfrm>
          <a:off x="0" y="0"/>
          <a:ext cx="0" cy="0"/>
          <a:chOff x="0" y="0"/>
          <a:chExt cx="0" cy="0"/>
        </a:xfrm>
      </p:grpSpPr>
      <p:sp>
        <p:nvSpPr>
          <p:cNvPr id="253" name="Google Shape;253;p3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4" name="Google Shape;254;p3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255" name="Google Shape;255;p35"/>
          <p:cNvSpPr txBox="1"/>
          <p:nvPr>
            <p:ph type="title"/>
          </p:nvPr>
        </p:nvSpPr>
        <p:spPr bwMode="auto">
          <a:xfrm>
            <a:off x="1284742" y="2668041"/>
            <a:ext cx="9620491" cy="3201026"/>
          </a:xfrm>
          <a:prstGeom prst="rect">
            <a:avLst/>
          </a:prstGeom>
          <a:noFill/>
          <a:ln>
            <a:noFill/>
          </a:ln>
        </p:spPr>
        <p:txBody>
          <a:bodyPr spcFirstLastPara="1" wrap="square" lIns="274300" tIns="274300" rIns="274300" bIns="137150" anchor="b" anchorCtr="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56" name="Google Shape;256;p35"/>
          <p:cNvSpPr/>
          <p:nvPr/>
        </p:nvSpPr>
        <p:spPr bwMode="auto">
          <a:xfrm>
            <a:off x="1280693" y="1424081"/>
            <a:ext cx="951721" cy="951721"/>
          </a:xfrm>
          <a:prstGeom prst="rect">
            <a:avLst/>
          </a:prstGeom>
          <a:noFill/>
          <a:ln w="10775"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Section header line" preserve="0" showMasterPhAnim="0" userDrawn="1">
  <p:cSld name="D. Section header line">
    <p:bg>
      <p:bgPr shadeToTitle="0">
        <a:solidFill>
          <a:schemeClr val="lt1"/>
        </a:solidFill>
      </p:bgPr>
    </p:bg>
    <p:spTree>
      <p:nvGrpSpPr>
        <p:cNvPr id="1" name=""/>
        <p:cNvGrpSpPr/>
        <p:nvPr/>
      </p:nvGrpSpPr>
      <p:grpSpPr bwMode="auto">
        <a:xfrm>
          <a:off x="0" y="0"/>
          <a:ext cx="0" cy="0"/>
          <a:chOff x="0" y="0"/>
          <a:chExt cx="0" cy="0"/>
        </a:xfrm>
      </p:grpSpPr>
      <p:sp>
        <p:nvSpPr>
          <p:cNvPr id="258" name="Google Shape;258;p36"/>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9" name="Google Shape;259;p36"/>
          <p:cNvSpPr txBox="1"/>
          <p:nvPr>
            <p:ph type="title"/>
          </p:nvPr>
        </p:nvSpPr>
        <p:spPr bwMode="auto">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cxnSp>
        <p:nvCxnSpPr>
          <p:cNvPr id="260" name="Google Shape;260;p36"/>
          <p:cNvCxnSpPr>
            <a:cxnSpLocks/>
          </p:cNvCxnSpPr>
          <p:nvPr/>
        </p:nvCxnSpPr>
        <p:spPr bwMode="auto">
          <a:xfrm>
            <a:off x="630000" y="3680016"/>
            <a:ext cx="11558587" cy="0"/>
          </a:xfrm>
          <a:prstGeom prst="straightConnector1">
            <a:avLst/>
          </a:prstGeom>
          <a:noFill/>
          <a:ln w="19050" cap="flat" cmpd="sng">
            <a:solidFill>
              <a:schemeClr val="dk2"/>
            </a:solidFill>
            <a:prstDash val="solid"/>
            <a:miter lim="800000"/>
            <a:headEnd type="none" w="sm" len="sm"/>
            <a:tailEnd type="none" w="sm" len="sm"/>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White one third" preserve="0" showMasterPhAnim="0" showMasterSp="0" userDrawn="1">
  <p:cSld name="D. White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62" name="Google Shape;262;p37"/>
          <p:cNvPicPr/>
          <p:nvPr/>
        </p:nvPicPr>
        <p:blipFill>
          <a:blip r:embed="rId2">
            <a:alphaModFix/>
          </a:blip>
          <a:srcRect l="29398" t="8741" r="100" b="27"/>
          <a:stretch/>
        </p:blipFill>
        <p:spPr bwMode="auto">
          <a:xfrm rot="10800000" flipH="1">
            <a:off x="4064994" y="0"/>
            <a:ext cx="416951" cy="6858000"/>
          </a:xfrm>
          <a:prstGeom prst="rect">
            <a:avLst/>
          </a:prstGeom>
          <a:noFill/>
          <a:ln>
            <a:noFill/>
          </a:ln>
        </p:spPr>
      </p:pic>
      <p:sp>
        <p:nvSpPr>
          <p:cNvPr id="263" name="Google Shape;263;p3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4" name="Google Shape;264;p37"/>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265" name="Google Shape;265;p3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266" name="Google Shape;266;p37"/>
          <p:cNvSpPr/>
          <p:nvPr/>
        </p:nvSpPr>
        <p:spPr bwMode="auto">
          <a:xfrm>
            <a:off x="0" y="0"/>
            <a:ext cx="4079508"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267" name="Google Shape;267;p37"/>
          <p:cNvSpPr txBox="1"/>
          <p:nvPr>
            <p:ph type="title"/>
          </p:nvPr>
        </p:nvSpPr>
        <p:spPr bwMode="auto">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highlight" preserve="0" showMasterPhAnim="0" showMasterSp="0" userDrawn="1">
  <p:cSld name="D. Green highlight">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69" name="Google Shape;269;p38"/>
          <p:cNvPicPr/>
          <p:nvPr/>
        </p:nvPicPr>
        <p:blipFill>
          <a:blip r:embed="rId2">
            <a:alphaModFix/>
          </a:blip>
          <a:srcRect l="29398" t="8741" r="100" b="27"/>
          <a:stretch/>
        </p:blipFill>
        <p:spPr bwMode="auto">
          <a:xfrm rot="10800000" flipH="1">
            <a:off x="7165606" y="0"/>
            <a:ext cx="416951" cy="6858000"/>
          </a:xfrm>
          <a:prstGeom prst="rect">
            <a:avLst/>
          </a:prstGeom>
          <a:noFill/>
          <a:ln>
            <a:noFill/>
          </a:ln>
        </p:spPr>
      </p:pic>
      <p:sp>
        <p:nvSpPr>
          <p:cNvPr id="270" name="Google Shape;270;p38"/>
          <p:cNvSpPr/>
          <p:nvPr/>
        </p:nvSpPr>
        <p:spPr bwMode="auto">
          <a:xfrm>
            <a:off x="0" y="0"/>
            <a:ext cx="7171956"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271" name="Google Shape;271;p3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72" name="Google Shape;272;p38"/>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273" name="Google Shape;273;p3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274" name="Google Shape;274;p38"/>
          <p:cNvSpPr txBox="1"/>
          <p:nvPr>
            <p:ph type="title"/>
          </p:nvPr>
        </p:nvSpPr>
        <p:spPr bwMode="auto">
          <a:xfrm>
            <a:off x="630000" y="622800"/>
            <a:ext cx="6276529"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Four column green" preserve="0" showMasterPhAnim="0" showMasterSp="0" userDrawn="1">
  <p:cSld name="D. Four column green">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76" name="Google Shape;276;p39"/>
          <p:cNvPicPr/>
          <p:nvPr/>
        </p:nvPicPr>
        <p:blipFill>
          <a:blip r:embed="rId2">
            <a:alphaModFix/>
          </a:blip>
          <a:srcRect l="29398" t="8741" r="100" b="27"/>
          <a:stretch/>
        </p:blipFill>
        <p:spPr bwMode="auto">
          <a:xfrm rot="10800000" flipH="1">
            <a:off x="9029246" y="0"/>
            <a:ext cx="416951" cy="6858000"/>
          </a:xfrm>
          <a:prstGeom prst="rect">
            <a:avLst/>
          </a:prstGeom>
          <a:noFill/>
          <a:ln>
            <a:noFill/>
          </a:ln>
        </p:spPr>
      </p:pic>
      <p:sp>
        <p:nvSpPr>
          <p:cNvPr id="277" name="Google Shape;277;p39"/>
          <p:cNvSpPr/>
          <p:nvPr/>
        </p:nvSpPr>
        <p:spPr bwMode="auto">
          <a:xfrm>
            <a:off x="0" y="0"/>
            <a:ext cx="9034272"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278" name="Google Shape;278;p39"/>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79" name="Google Shape;279;p39"/>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280" name="Google Shape;280;p39"/>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281" name="Google Shape;281;p39"/>
          <p:cNvSpPr txBox="1"/>
          <p:nvPr>
            <p:ph type="title"/>
          </p:nvPr>
        </p:nvSpPr>
        <p:spPr bwMode="auto">
          <a:xfrm>
            <a:off x="630000" y="622800"/>
            <a:ext cx="8101584"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one third" preserve="0" showMasterPhAnim="0" showMasterSp="0" userDrawn="1">
  <p:cSld name="D. Green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83" name="Google Shape;283;p40"/>
          <p:cNvPicPr/>
          <p:nvPr/>
        </p:nvPicPr>
        <p:blipFill>
          <a:blip r:embed="rId2">
            <a:alphaModFix/>
          </a:blip>
          <a:srcRect l="29398" t="8741" r="100" b="27"/>
          <a:stretch/>
        </p:blipFill>
        <p:spPr bwMode="auto">
          <a:xfrm flipH="1">
            <a:off x="3671068" y="0"/>
            <a:ext cx="416951" cy="6858000"/>
          </a:xfrm>
          <a:prstGeom prst="rect">
            <a:avLst/>
          </a:prstGeom>
          <a:noFill/>
          <a:ln>
            <a:noFill/>
          </a:ln>
        </p:spPr>
      </p:pic>
      <p:sp>
        <p:nvSpPr>
          <p:cNvPr id="284" name="Google Shape;284;p40"/>
          <p:cNvSpPr txBox="1"/>
          <p:nvPr>
            <p:ph type="title"/>
          </p:nvPr>
        </p:nvSpPr>
        <p:spPr bwMode="auto">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85" name="Google Shape;285;p40"/>
          <p:cNvSpPr/>
          <p:nvPr/>
        </p:nvSpPr>
        <p:spPr bwMode="auto">
          <a:xfrm>
            <a:off x="4080763" y="-1308"/>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286" name="Google Shape;286;p4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87" name="Google Shape;287;p4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288" name="Google Shape;288;p40"/>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half" preserve="0" showMasterPhAnim="0" showMasterSp="0" userDrawn="1">
  <p:cSld name="D. Green half">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90" name="Google Shape;290;p41"/>
          <p:cNvPicPr/>
          <p:nvPr/>
        </p:nvPicPr>
        <p:blipFill>
          <a:blip r:embed="rId2">
            <a:alphaModFix/>
          </a:blip>
          <a:srcRect l="29398" t="8741" r="100" b="27"/>
          <a:stretch/>
        </p:blipFill>
        <p:spPr bwMode="auto">
          <a:xfrm flipH="1">
            <a:off x="5689582" y="0"/>
            <a:ext cx="416951" cy="6858000"/>
          </a:xfrm>
          <a:prstGeom prst="rect">
            <a:avLst/>
          </a:prstGeom>
          <a:noFill/>
          <a:ln>
            <a:noFill/>
          </a:ln>
        </p:spPr>
      </p:pic>
      <p:sp>
        <p:nvSpPr>
          <p:cNvPr id="291" name="Google Shape;291;p41"/>
          <p:cNvSpPr/>
          <p:nvPr/>
        </p:nvSpPr>
        <p:spPr bwMode="auto">
          <a:xfrm>
            <a:off x="6096000" y="0"/>
            <a:ext cx="6096000"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292" name="Google Shape;292;p41"/>
          <p:cNvSpPr/>
          <p:nvPr>
            <p:ph type="pic" idx="2"/>
          </p:nvPr>
        </p:nvSpPr>
        <p:spPr bwMode="auto">
          <a:xfrm>
            <a:off x="6092021" y="0"/>
            <a:ext cx="6099976" cy="6858000"/>
          </a:xfrm>
          <a:prstGeom prst="rect">
            <a:avLst/>
          </a:prstGeom>
          <a:noFill/>
          <a:ln>
            <a:noFill/>
          </a:ln>
        </p:spPr>
      </p:sp>
      <p:sp>
        <p:nvSpPr>
          <p:cNvPr id="293" name="Google Shape;293;p41"/>
          <p:cNvSpPr txBox="1"/>
          <p:nvPr>
            <p:ph type="title"/>
          </p:nvPr>
        </p:nvSpPr>
        <p:spPr bwMode="auto">
          <a:xfrm>
            <a:off x="630000" y="1785600"/>
            <a:ext cx="4388400" cy="3286800"/>
          </a:xfrm>
          <a:prstGeom prst="rect">
            <a:avLst/>
          </a:prstGeom>
          <a:noFill/>
          <a:ln>
            <a:noFill/>
          </a:ln>
        </p:spPr>
        <p:txBody>
          <a:bodyPr spcFirstLastPara="1" wrap="square" lIns="0" tIns="0" rIns="320024"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4" name="Google Shape;294;p41"/>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800">
              <a:solidFill>
                <a:srgbClr val="7F7F7F"/>
              </a:solidFill>
              <a:latin typeface="Trebuchet MS"/>
              <a:ea typeface="Trebuchet MS"/>
              <a:cs typeface="Trebuchet MS"/>
            </a:endParaRPr>
          </a:p>
        </p:txBody>
      </p:sp>
      <p:sp>
        <p:nvSpPr>
          <p:cNvPr id="295" name="Google Shape;295;p41"/>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96" name="Google Shape;296;p41"/>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two third" preserve="0" showMasterPhAnim="0" showMasterSp="0" userDrawn="1">
  <p:cSld name="D. Green two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298" name="Google Shape;298;p42"/>
          <p:cNvPicPr/>
          <p:nvPr/>
        </p:nvPicPr>
        <p:blipFill>
          <a:blip r:embed="rId2">
            <a:alphaModFix/>
          </a:blip>
          <a:srcRect l="29398" t="8741" r="100" b="27"/>
          <a:stretch/>
        </p:blipFill>
        <p:spPr bwMode="auto">
          <a:xfrm flipH="1">
            <a:off x="7409849" y="0"/>
            <a:ext cx="416951" cy="6858000"/>
          </a:xfrm>
          <a:prstGeom prst="rect">
            <a:avLst/>
          </a:prstGeom>
          <a:noFill/>
          <a:ln>
            <a:noFill/>
          </a:ln>
        </p:spPr>
      </p:pic>
      <p:sp>
        <p:nvSpPr>
          <p:cNvPr id="299" name="Google Shape;299;p42"/>
          <p:cNvSpPr/>
          <p:nvPr/>
        </p:nvSpPr>
        <p:spPr bwMode="auto">
          <a:xfrm>
            <a:off x="7819543" y="0"/>
            <a:ext cx="4372457"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300" name="Google Shape;300;p42"/>
          <p:cNvSpPr/>
          <p:nvPr>
            <p:ph type="pic" idx="2"/>
          </p:nvPr>
        </p:nvSpPr>
        <p:spPr bwMode="auto">
          <a:xfrm>
            <a:off x="7820025" y="0"/>
            <a:ext cx="4371975" cy="6858000"/>
          </a:xfrm>
          <a:prstGeom prst="rect">
            <a:avLst/>
          </a:prstGeom>
          <a:noFill/>
          <a:ln>
            <a:noFill/>
          </a:ln>
        </p:spPr>
      </p:sp>
      <p:sp>
        <p:nvSpPr>
          <p:cNvPr id="301" name="Google Shape;301;p4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02" name="Google Shape;302;p4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303" name="Google Shape;303;p42"/>
          <p:cNvSpPr txBox="1"/>
          <p:nvPr>
            <p:ph type="title"/>
          </p:nvPr>
        </p:nvSpPr>
        <p:spPr bwMode="auto">
          <a:xfrm>
            <a:off x="630936" y="178560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04" name="Google Shape;304;p42"/>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800">
              <a:solidFill>
                <a:srgbClr val="7F7F7F"/>
              </a:solidFill>
              <a:latin typeface="Trebuchet MS"/>
              <a:ea typeface="Trebuchet MS"/>
              <a:cs typeface="Trebuchet M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Left arrow" preserve="0" showMasterPhAnim="0" showMasterSp="0" userDrawn="1">
  <p:cSld name="D. Left arrow">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06" name="Google Shape;306;p43"/>
          <p:cNvSpPr/>
          <p:nvPr/>
        </p:nvSpPr>
        <p:spPr bwMode="auto">
          <a:xfrm>
            <a:off x="1524" y="131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07" name="Google Shape;307;p43"/>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08" name="Google Shape;308;p4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09" name="Google Shape;309;p43"/>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310" name="Google Shape;310;p43"/>
          <p:cNvSpPr txBox="1"/>
          <p:nvPr>
            <p:ph type="title"/>
          </p:nvPr>
        </p:nvSpPr>
        <p:spPr bwMode="auto">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311" name="Google Shape;311;p43"/>
          <p:cNvPicPr/>
          <p:nvPr/>
        </p:nvPicPr>
        <p:blipFill>
          <a:blip r:embed="rId2">
            <a:alphaModFix/>
          </a:blip>
          <a:srcRect l="0" t="0" r="0" b="0"/>
          <a:stretch/>
        </p:blipFill>
        <p:spPr bwMode="auto">
          <a:xfrm>
            <a:off x="3132442" y="3590399"/>
            <a:ext cx="1365250" cy="3382962"/>
          </a:xfrm>
          <a:custGeom>
            <a:avLst/>
            <a:gdLst/>
            <a:ahLst/>
            <a:cxnLst/>
            <a:rect l="l" t="t" r="r" b="b"/>
            <a:pathLst>
              <a:path w="1365250" h="3382962" fill="norm" stroke="1"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left arrow" preserve="0" showMasterPhAnim="0" showMasterSp="0" userDrawn="1">
  <p:cSld name="D. Green left arrow">
    <p:bg>
      <p:bgPr shadeToTitle="0">
        <a:solidFill>
          <a:schemeClr val="lt1"/>
        </a:solidFill>
      </p:bgPr>
    </p:bg>
    <p:spTree>
      <p:nvGrpSpPr>
        <p:cNvPr id="1" name=""/>
        <p:cNvGrpSpPr/>
        <p:nvPr/>
      </p:nvGrpSpPr>
      <p:grpSpPr bwMode="auto">
        <a:xfrm>
          <a:off x="0" y="0"/>
          <a:ext cx="0" cy="0"/>
          <a:chOff x="0" y="0"/>
          <a:chExt cx="0" cy="0"/>
        </a:xfrm>
      </p:grpSpPr>
      <p:sp>
        <p:nvSpPr>
          <p:cNvPr id="313" name="Google Shape;313;p44"/>
          <p:cNvSpPr/>
          <p:nvPr/>
        </p:nvSpPr>
        <p:spPr bwMode="auto">
          <a:xfrm>
            <a:off x="1524" y="131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14" name="Google Shape;314;p44"/>
          <p:cNvSpPr txBox="1"/>
          <p:nvPr>
            <p:ph type="title"/>
          </p:nvPr>
        </p:nvSpPr>
        <p:spPr bwMode="auto">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15" name="Google Shape;315;p44"/>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16" name="Google Shape;316;p44"/>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317" name="Google Shape;317;p44"/>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318" name="Google Shape;318;p44"/>
          <p:cNvPicPr/>
          <p:nvPr/>
        </p:nvPicPr>
        <p:blipFill>
          <a:blip r:embed="rId2">
            <a:alphaModFix/>
          </a:blip>
          <a:srcRect l="0" t="6216" r="0" b="7715"/>
          <a:stretch/>
        </p:blipFill>
        <p:spPr bwMode="auto">
          <a:xfrm rot="120000">
            <a:off x="2174642" y="3402828"/>
            <a:ext cx="2694666" cy="3461745"/>
          </a:xfrm>
          <a:custGeom>
            <a:avLst/>
            <a:gdLst/>
            <a:ahLst/>
            <a:cxnLst/>
            <a:rect l="l" t="t" r="r" b="b"/>
            <a:pathLst>
              <a:path w="2694666" h="3461745" fill="norm" stroke="1"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Arrow one third" preserve="0" showMasterPhAnim="0" showMasterSp="0" userDrawn="1">
  <p:cSld name="D. Arrow one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20" name="Google Shape;320;p45"/>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800">
              <a:solidFill>
                <a:schemeClr val="lt1"/>
              </a:solidFill>
              <a:latin typeface="Trebuchet MS"/>
              <a:ea typeface="Trebuchet MS"/>
              <a:cs typeface="Trebuchet MS"/>
            </a:endParaRPr>
          </a:p>
        </p:txBody>
      </p:sp>
      <p:sp>
        <p:nvSpPr>
          <p:cNvPr id="321" name="Google Shape;321;p4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2" name="Google Shape;322;p4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23" name="Google Shape;323;p45"/>
          <p:cNvSpPr/>
          <p:nvPr/>
        </p:nvSpPr>
        <p:spPr bwMode="auto">
          <a:xfrm>
            <a:off x="1" y="0"/>
            <a:ext cx="5426920"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24" name="Google Shape;324;p45"/>
          <p:cNvSpPr txBox="1"/>
          <p:nvPr>
            <p:ph type="title"/>
          </p:nvPr>
        </p:nvSpPr>
        <p:spPr bwMode="auto">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325" name="Google Shape;325;p45"/>
          <p:cNvPicPr/>
          <p:nvPr/>
        </p:nvPicPr>
        <p:blipFill>
          <a:blip r:embed="rId2">
            <a:alphaModFix/>
          </a:blip>
          <a:srcRect l="0" t="0" r="0" b="0"/>
          <a:stretch/>
        </p:blipFill>
        <p:spPr bwMode="auto">
          <a:xfrm>
            <a:off x="4581525" y="3394392"/>
            <a:ext cx="1298574" cy="3571875"/>
          </a:xfrm>
          <a:custGeom>
            <a:avLst/>
            <a:gdLst/>
            <a:ahLst/>
            <a:cxnLst/>
            <a:rect l="l" t="t" r="r" b="b"/>
            <a:pathLst>
              <a:path w="1298575" h="3571875" fill="norm" stroke="1"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arrow one third" preserve="0" showMasterPhAnim="0" showMasterSp="0" userDrawn="1">
  <p:cSld name="D. Green arrow one third">
    <p:bg>
      <p:bgPr shadeToTitle="0">
        <a:solidFill>
          <a:schemeClr val="lt1"/>
        </a:solidFill>
      </p:bgPr>
    </p:bg>
    <p:spTree>
      <p:nvGrpSpPr>
        <p:cNvPr id="1" name=""/>
        <p:cNvGrpSpPr/>
        <p:nvPr/>
      </p:nvGrpSpPr>
      <p:grpSpPr bwMode="auto">
        <a:xfrm>
          <a:off x="0" y="0"/>
          <a:ext cx="0" cy="0"/>
          <a:chOff x="0" y="0"/>
          <a:chExt cx="0" cy="0"/>
        </a:xfrm>
      </p:grpSpPr>
      <p:sp>
        <p:nvSpPr>
          <p:cNvPr id="327" name="Google Shape;327;p46"/>
          <p:cNvSpPr/>
          <p:nvPr/>
        </p:nvSpPr>
        <p:spPr bwMode="auto">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28" name="Google Shape;328;p46"/>
          <p:cNvSpPr txBox="1"/>
          <p:nvPr>
            <p:ph type="title"/>
          </p:nvPr>
        </p:nvSpPr>
        <p:spPr bwMode="auto">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29" name="Google Shape;329;p46"/>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30" name="Google Shape;330;p46"/>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331" name="Google Shape;331;p4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332" name="Google Shape;332;p46"/>
          <p:cNvPicPr/>
          <p:nvPr/>
        </p:nvPicPr>
        <p:blipFill>
          <a:blip r:embed="rId2">
            <a:alphaModFix/>
          </a:blip>
          <a:srcRect l="0" t="7561" r="0" b="6867"/>
          <a:stretch/>
        </p:blipFill>
        <p:spPr bwMode="auto">
          <a:xfrm>
            <a:off x="3578059" y="3416300"/>
            <a:ext cx="2694666" cy="3441700"/>
          </a:xfrm>
          <a:custGeom>
            <a:avLst/>
            <a:gdLst/>
            <a:ahLst/>
            <a:cxnLst/>
            <a:rect l="l" t="t" r="r" b="b"/>
            <a:pathLst>
              <a:path w="2694666" h="3441700" fill="norm" stroke="1"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Arrow half" preserve="0" showMasterPhAnim="0" showMasterSp="0" userDrawn="1">
  <p:cSld name="D. Arrow half">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34" name="Google Shape;334;p47"/>
          <p:cNvSpPr/>
          <p:nvPr/>
        </p:nvSpPr>
        <p:spPr bwMode="auto">
          <a:xfrm>
            <a:off x="0" y="0"/>
            <a:ext cx="6363546"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35" name="Google Shape;335;p47"/>
          <p:cNvSpPr txBox="1"/>
          <p:nvPr>
            <p:ph type="title"/>
          </p:nvPr>
        </p:nvSpPr>
        <p:spPr bwMode="auto">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36" name="Google Shape;336;p4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37" name="Google Shape;337;p4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38" name="Google Shape;338;p47"/>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pic>
        <p:nvPicPr>
          <p:cNvPr id="339" name="Google Shape;339;p47"/>
          <p:cNvPicPr/>
          <p:nvPr/>
        </p:nvPicPr>
        <p:blipFill>
          <a:blip r:embed="rId2">
            <a:alphaModFix/>
          </a:blip>
          <a:srcRect l="0" t="0" r="0" b="0"/>
          <a:stretch/>
        </p:blipFill>
        <p:spPr bwMode="auto">
          <a:xfrm>
            <a:off x="5397806" y="3589606"/>
            <a:ext cx="1365250" cy="3382962"/>
          </a:xfrm>
          <a:custGeom>
            <a:avLst/>
            <a:gdLst/>
            <a:ahLst/>
            <a:cxnLst/>
            <a:rect l="l" t="t" r="r" b="b"/>
            <a:pathLst>
              <a:path w="1365250" h="3382962" fill="norm" stroke="1"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arrow half" preserve="0" showMasterPhAnim="0" showMasterSp="0" userDrawn="1">
  <p:cSld name="D. Green arrow half">
    <p:bg>
      <p:bgPr shadeToTitle="0">
        <a:solidFill>
          <a:schemeClr val="lt1"/>
        </a:solidFill>
      </p:bgPr>
    </p:bg>
    <p:spTree>
      <p:nvGrpSpPr>
        <p:cNvPr id="1" name=""/>
        <p:cNvGrpSpPr/>
        <p:nvPr/>
      </p:nvGrpSpPr>
      <p:grpSpPr bwMode="auto">
        <a:xfrm>
          <a:off x="0" y="0"/>
          <a:ext cx="0" cy="0"/>
          <a:chOff x="0" y="0"/>
          <a:chExt cx="0" cy="0"/>
        </a:xfrm>
      </p:grpSpPr>
      <p:sp>
        <p:nvSpPr>
          <p:cNvPr id="341" name="Google Shape;341;p48"/>
          <p:cNvSpPr/>
          <p:nvPr/>
        </p:nvSpPr>
        <p:spPr bwMode="auto">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42" name="Google Shape;342;p48"/>
          <p:cNvSpPr txBox="1"/>
          <p:nvPr>
            <p:ph type="title"/>
          </p:nvPr>
        </p:nvSpPr>
        <p:spPr bwMode="auto">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43" name="Google Shape;343;p4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44" name="Google Shape;344;p48"/>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345" name="Google Shape;345;p4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346" name="Google Shape;346;p48"/>
          <p:cNvPicPr/>
          <p:nvPr/>
        </p:nvPicPr>
        <p:blipFill>
          <a:blip r:embed="rId2">
            <a:alphaModFix/>
          </a:blip>
          <a:srcRect l="0" t="9052" r="0" b="6866"/>
          <a:stretch/>
        </p:blipFill>
        <p:spPr bwMode="auto">
          <a:xfrm rot="120000">
            <a:off x="4460172" y="3407803"/>
            <a:ext cx="2694666" cy="3456551"/>
          </a:xfrm>
          <a:custGeom>
            <a:avLst/>
            <a:gdLst/>
            <a:ahLst/>
            <a:cxnLst/>
            <a:rect l="l" t="t" r="r" b="b"/>
            <a:pathLst>
              <a:path w="2694666" h="3456551" fill="norm" stroke="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Arrow two third" preserve="0" showMasterPhAnim="0" showMasterSp="0" userDrawn="1">
  <p:cSld name="D. Arrow two third">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48" name="Google Shape;348;p49"/>
          <p:cNvSpPr/>
          <p:nvPr/>
        </p:nvSpPr>
        <p:spPr bwMode="auto">
          <a:xfrm>
            <a:off x="0" y="0"/>
            <a:ext cx="8446239" cy="6858000"/>
          </a:xfrm>
          <a:custGeom>
            <a:avLst/>
            <a:gdLst/>
            <a:ahLst/>
            <a:cxnLst/>
            <a:rect l="l" t="t" r="r" b="b"/>
            <a:pathLst>
              <a:path w="8446239" h="6858000" fill="norm" stroke="1" extrusionOk="0">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349" name="Google Shape;349;p49"/>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50" name="Google Shape;350;p49"/>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51" name="Google Shape;351;p49"/>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352" name="Google Shape;352;p49"/>
          <p:cNvSpPr txBox="1"/>
          <p:nvPr>
            <p:ph type="title"/>
          </p:nvPr>
        </p:nvSpPr>
        <p:spPr bwMode="auto">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pic>
        <p:nvPicPr>
          <p:cNvPr id="353" name="Google Shape;353;p49"/>
          <p:cNvPicPr/>
          <p:nvPr/>
        </p:nvPicPr>
        <p:blipFill>
          <a:blip r:embed="rId2">
            <a:alphaModFix/>
          </a:blip>
          <a:srcRect l="0" t="0" r="0" b="0"/>
          <a:stretch/>
        </p:blipFill>
        <p:spPr bwMode="auto">
          <a:xfrm>
            <a:off x="7490339" y="3589606"/>
            <a:ext cx="1365250" cy="3382962"/>
          </a:xfrm>
          <a:custGeom>
            <a:avLst/>
            <a:gdLst/>
            <a:ahLst/>
            <a:cxnLst/>
            <a:rect l="l" t="t" r="r" b="b"/>
            <a:pathLst>
              <a:path w="1365250" h="3382962" fill="norm" stroke="1"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Green arrow two third" preserve="0" showMasterPhAnim="0" showMasterSp="0" userDrawn="1">
  <p:cSld name="D. Green arrow two third">
    <p:bg>
      <p:bgPr shadeToTitle="0">
        <a:solidFill>
          <a:schemeClr val="lt1"/>
        </a:solidFill>
      </p:bgPr>
    </p:bg>
    <p:spTree>
      <p:nvGrpSpPr>
        <p:cNvPr id="1" name=""/>
        <p:cNvGrpSpPr/>
        <p:nvPr/>
      </p:nvGrpSpPr>
      <p:grpSpPr bwMode="auto">
        <a:xfrm>
          <a:off x="0" y="0"/>
          <a:ext cx="0" cy="0"/>
          <a:chOff x="0" y="0"/>
          <a:chExt cx="0" cy="0"/>
        </a:xfrm>
      </p:grpSpPr>
      <p:sp>
        <p:nvSpPr>
          <p:cNvPr id="355" name="Google Shape;355;p50"/>
          <p:cNvSpPr/>
          <p:nvPr/>
        </p:nvSpPr>
        <p:spPr bwMode="auto">
          <a:xfrm>
            <a:off x="0" y="0"/>
            <a:ext cx="8446239" cy="6858000"/>
          </a:xfrm>
          <a:custGeom>
            <a:avLst/>
            <a:gdLst/>
            <a:ahLst/>
            <a:cxnLst/>
            <a:rect l="l" t="t" r="r" b="b"/>
            <a:pathLst>
              <a:path w="8446239" h="6858000" fill="norm" stroke="1"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356" name="Google Shape;356;p50"/>
          <p:cNvSpPr txBox="1"/>
          <p:nvPr>
            <p:ph type="title"/>
          </p:nvPr>
        </p:nvSpPr>
        <p:spPr bwMode="auto">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7" name="Google Shape;357;p5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58" name="Google Shape;358;p50"/>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359" name="Google Shape;359;p5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pic>
        <p:nvPicPr>
          <p:cNvPr id="360" name="Google Shape;360;p50"/>
          <p:cNvPicPr/>
          <p:nvPr/>
        </p:nvPicPr>
        <p:blipFill>
          <a:blip r:embed="rId2">
            <a:alphaModFix/>
          </a:blip>
          <a:srcRect l="0" t="9052" r="0" b="6866"/>
          <a:stretch/>
        </p:blipFill>
        <p:spPr bwMode="auto">
          <a:xfrm rot="120000">
            <a:off x="6567628" y="3407803"/>
            <a:ext cx="2694666" cy="3456551"/>
          </a:xfrm>
          <a:custGeom>
            <a:avLst/>
            <a:gdLst/>
            <a:ahLst/>
            <a:cxnLst/>
            <a:rect l="l" t="t" r="r" b="b"/>
            <a:pathLst>
              <a:path w="2694666" h="3456551" fill="norm" stroke="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Big statement green" preserve="0" showMasterPhAnim="0" showMasterSp="0" userDrawn="1">
  <p:cSld name="D. Big statement green">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62" name="Google Shape;362;p51"/>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63" name="Google Shape;363;p51"/>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64" name="Google Shape;364;p51"/>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365" name="Google Shape;365;p51"/>
          <p:cNvSpPr txBox="1"/>
          <p:nvPr>
            <p:ph type="title"/>
          </p:nvPr>
        </p:nvSpPr>
        <p:spPr bwMode="auto">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Big statement icon" preserve="0" showMasterPhAnim="0" userDrawn="1">
  <p:cSld name="D. Big statement icon">
    <p:bg>
      <p:bgPr shadeToTitle="0">
        <a:solidFill>
          <a:schemeClr val="lt1"/>
        </a:solidFill>
      </p:bgPr>
    </p:bg>
    <p:spTree>
      <p:nvGrpSpPr>
        <p:cNvPr id="1" name=""/>
        <p:cNvGrpSpPr/>
        <p:nvPr/>
      </p:nvGrpSpPr>
      <p:grpSpPr bwMode="auto">
        <a:xfrm>
          <a:off x="0" y="0"/>
          <a:ext cx="0" cy="0"/>
          <a:chOff x="0" y="0"/>
          <a:chExt cx="0" cy="0"/>
        </a:xfrm>
      </p:grpSpPr>
      <p:sp>
        <p:nvSpPr>
          <p:cNvPr id="367" name="Google Shape;367;p5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68" name="Google Shape;368;p5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369" name="Google Shape;369;p52"/>
          <p:cNvSpPr/>
          <p:nvPr/>
        </p:nvSpPr>
        <p:spPr bwMode="auto">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370" name="Google Shape;370;p52"/>
          <p:cNvSpPr txBox="1"/>
          <p:nvPr>
            <p:ph type="title"/>
          </p:nvPr>
        </p:nvSpPr>
        <p:spPr bwMode="auto">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Quote" preserve="0" showMasterPhAnim="0" showMasterSp="0" userDrawn="1">
  <p:cSld name="D. Quote">
    <p:bg>
      <p:bgPr shadeToTitle="0">
        <a:solidFill>
          <a:schemeClr val="accent1"/>
        </a:solidFill>
      </p:bgPr>
    </p:bg>
    <p:spTree>
      <p:nvGrpSpPr>
        <p:cNvPr id="1" name=""/>
        <p:cNvGrpSpPr/>
        <p:nvPr/>
      </p:nvGrpSpPr>
      <p:grpSpPr bwMode="auto">
        <a:xfrm>
          <a:off x="0" y="0"/>
          <a:ext cx="0" cy="0"/>
          <a:chOff x="0" y="0"/>
          <a:chExt cx="0" cy="0"/>
        </a:xfrm>
      </p:grpSpPr>
      <p:sp>
        <p:nvSpPr>
          <p:cNvPr id="372" name="Google Shape;372;p53"/>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373" name="Google Shape;373;p53"/>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pic>
        <p:nvPicPr>
          <p:cNvPr id="374" name="Google Shape;374;p53"/>
          <p:cNvPicPr/>
          <p:nvPr/>
        </p:nvPicPr>
        <p:blipFill>
          <a:blip r:embed="rId2">
            <a:alphaModFix/>
          </a:blip>
          <a:srcRect l="0" t="0" r="3634" b="1257"/>
          <a:stretch/>
        </p:blipFill>
        <p:spPr bwMode="auto">
          <a:xfrm rot="-5400000" flipH="1">
            <a:off x="6797461" y="101443"/>
            <a:ext cx="769257" cy="10019821"/>
          </a:xfrm>
          <a:custGeom>
            <a:avLst/>
            <a:gdLst/>
            <a:ahLst/>
            <a:cxnLst/>
            <a:rect l="l" t="t" r="r" b="b"/>
            <a:pathLst>
              <a:path w="769257" h="10019821" fill="norm" stroke="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375" name="Google Shape;375;p53"/>
          <p:cNvSpPr/>
          <p:nvPr/>
        </p:nvSpPr>
        <p:spPr bwMode="auto">
          <a:xfrm flipH="1">
            <a:off x="0" y="0"/>
            <a:ext cx="12192000" cy="5867335"/>
          </a:xfrm>
          <a:custGeom>
            <a:avLst/>
            <a:gdLst/>
            <a:ahLst/>
            <a:cxnLst/>
            <a:rect l="l" t="t" r="r" b="b"/>
            <a:pathLst>
              <a:path w="12192000" h="5867335" fill="norm" stroke="1"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Special gray" preserve="0" showMasterPhAnim="0" showMasterSp="0" userDrawn="1">
  <p:cSld name="D. Special gray">
    <p:bg>
      <p:bgPr shadeToTitle="0">
        <a:solidFill>
          <a:srgbClr val="2B2B2B"/>
        </a:solidFill>
      </p:bgPr>
    </p:bg>
    <p:spTree>
      <p:nvGrpSpPr>
        <p:cNvPr id="1" name=""/>
        <p:cNvGrpSpPr/>
        <p:nvPr/>
      </p:nvGrpSpPr>
      <p:grpSpPr bwMode="auto">
        <a:xfrm>
          <a:off x="0" y="0"/>
          <a:ext cx="0" cy="0"/>
          <a:chOff x="0" y="0"/>
          <a:chExt cx="0" cy="0"/>
        </a:xfrm>
      </p:grpSpPr>
      <p:sp>
        <p:nvSpPr>
          <p:cNvPr id="377" name="Google Shape;377;p54"/>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378" name="Google Shape;378;p54"/>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79" name="Google Shape;379;p54"/>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80" name="Google Shape;380;p54"/>
          <p:cNvSpPr txBox="1"/>
          <p:nvPr>
            <p:ph type="title"/>
          </p:nvPr>
        </p:nvSpPr>
        <p:spPr bwMode="auto">
          <a:xfrm>
            <a:off x="630000" y="622800"/>
            <a:ext cx="109332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Table of contents" preserve="0" showMasterPhAnim="0" showMasterSp="0" userDrawn="1">
  <p:cSld name="D. Table of contents">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82" name="Google Shape;382;p55"/>
          <p:cNvSpPr/>
          <p:nvPr/>
        </p:nvSpPr>
        <p:spPr bwMode="auto">
          <a:xfrm>
            <a:off x="0" y="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83" name="Google Shape;383;p55"/>
          <p:cNvSpPr/>
          <p:nvPr/>
        </p:nvSpPr>
        <p:spPr bwMode="auto">
          <a:xfrm>
            <a:off x="0" y="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384" name="Google Shape;384;p55"/>
          <p:cNvSpPr txBox="1"/>
          <p:nvPr/>
        </p:nvSpPr>
        <p:spPr bwMode="auto">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a:lnSpc>
                <a:spcPct val="106000"/>
              </a:lnSpc>
              <a:spcBef>
                <a:spcPts val="0"/>
              </a:spcBef>
              <a:spcAft>
                <a:spcPts val="0"/>
              </a:spcAft>
              <a:buClr>
                <a:schemeClr val="dk2"/>
              </a:buClr>
              <a:buSzPts val="5400"/>
              <a:buFont typeface="Trebuchet MS"/>
              <a:buNone/>
              <a:defRPr/>
            </a:pPr>
            <a:r>
              <a:rPr lang="en-US" sz="5400">
                <a:solidFill>
                  <a:schemeClr val="dk2"/>
                </a:solidFill>
                <a:latin typeface="Trebuchet MS"/>
                <a:ea typeface="Trebuchet MS"/>
                <a:cs typeface="Trebuchet MS"/>
              </a:rPr>
              <a:t>Table of contents</a:t>
            </a:r>
            <a:endParaRPr/>
          </a:p>
        </p:txBody>
      </p:sp>
      <p:sp>
        <p:nvSpPr>
          <p:cNvPr id="385" name="Google Shape;385;p55"/>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86" name="Google Shape;386;p5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87" name="Google Shape;387;p55"/>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pic>
        <p:nvPicPr>
          <p:cNvPr id="388" name="Google Shape;388;p55"/>
          <p:cNvPicPr/>
          <p:nvPr/>
        </p:nvPicPr>
        <p:blipFill>
          <a:blip r:embed="rId2">
            <a:alphaModFix/>
          </a:blip>
          <a:srcRect l="0" t="0" r="0" b="0"/>
          <a:stretch/>
        </p:blipFill>
        <p:spPr bwMode="auto">
          <a:xfrm>
            <a:off x="3108638" y="3586748"/>
            <a:ext cx="1365250" cy="3382962"/>
          </a:xfrm>
          <a:custGeom>
            <a:avLst/>
            <a:gdLst/>
            <a:ahLst/>
            <a:cxnLst/>
            <a:rect l="l" t="t" r="r" b="b"/>
            <a:pathLst>
              <a:path w="1365250" h="3382962" fill="norm" stroke="1"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Blank green" preserve="0" showMasterPhAnim="0" showMasterSp="0" userDrawn="1">
  <p:cSld name="D. Blank green">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390" name="Google Shape;390;p56"/>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1" name="Google Shape;391;p5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392" name="Google Shape;392;p56"/>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Blank" preserve="0" showMasterPhAnim="0" userDrawn="1">
  <p:cSld name="D. Blank">
    <p:bg>
      <p:bgPr shadeToTitle="0">
        <a:solidFill>
          <a:schemeClr val="lt1"/>
        </a:solidFill>
      </p:bgPr>
    </p:bg>
    <p:spTree>
      <p:nvGrpSpPr>
        <p:cNvPr id="1" name=""/>
        <p:cNvGrpSpPr/>
        <p:nvPr/>
      </p:nvGrpSpPr>
      <p:grpSpPr bwMode="auto">
        <a:xfrm>
          <a:off x="0" y="0"/>
          <a:ext cx="0" cy="0"/>
          <a:chOff x="0" y="0"/>
          <a:chExt cx="0" cy="0"/>
        </a:xfrm>
      </p:grpSpPr>
      <p:sp>
        <p:nvSpPr>
          <p:cNvPr id="394" name="Google Shape;394;p57"/>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5" name="Google Shape;395;p5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Disclaimer" preserve="0" showMasterPhAnim="0" userDrawn="1">
  <p:cSld name="D. Disclaimer">
    <p:spTree>
      <p:nvGrpSpPr>
        <p:cNvPr id="1" name=""/>
        <p:cNvGrpSpPr/>
        <p:nvPr/>
      </p:nvGrpSpPr>
      <p:grpSpPr bwMode="auto">
        <a:xfrm>
          <a:off x="0" y="0"/>
          <a:ext cx="0" cy="0"/>
          <a:chOff x="0" y="0"/>
          <a:chExt cx="0" cy="0"/>
        </a:xfrm>
      </p:grpSpPr>
      <p:sp>
        <p:nvSpPr>
          <p:cNvPr id="397" name="Google Shape;397;p58"/>
          <p:cNvSpPr/>
          <p:nvPr/>
        </p:nvSpPr>
        <p:spPr bwMode="auto">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or inaccurate.</a:t>
            </a:r>
            <a:endParaRPr/>
          </a:p>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 </a:t>
            </a:r>
            <a:endParaRPr/>
          </a:p>
          <a:p>
            <a:pPr marL="0" marR="0" lvl="0" indent="0" algn="l">
              <a:lnSpc>
                <a:spcPct val="100000"/>
              </a:lnSpc>
              <a:spcBef>
                <a:spcPts val="0"/>
              </a:spcBef>
              <a:spcAft>
                <a:spcPts val="0"/>
              </a:spcAft>
              <a:buNone/>
              <a:defRPr/>
            </a:pPr>
            <a:r>
              <a:rPr lang="en-US" sz="900" b="0">
                <a:solidFill>
                  <a:schemeClr val="dk1"/>
                </a:solidFill>
                <a:latin typeface="Trebuchet MS"/>
                <a:ea typeface="Trebuchet MS"/>
                <a:cs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of this document shall be deemed agreement with and consideration for the foregoing.</a:t>
            </a:r>
            <a:endParaRPr/>
          </a:p>
          <a:p>
            <a:pPr marL="0" marR="0" lvl="0" indent="0" algn="l">
              <a:lnSpc>
                <a:spcPct val="100000"/>
              </a:lnSpc>
              <a:spcBef>
                <a:spcPts val="0"/>
              </a:spcBef>
              <a:spcAft>
                <a:spcPts val="0"/>
              </a:spcAft>
              <a:buNone/>
              <a:defRPr/>
            </a:pPr>
            <a:endParaRPr sz="900" b="0">
              <a:solidFill>
                <a:schemeClr val="dk1"/>
              </a:solidFill>
              <a:latin typeface="Trebuchet MS"/>
              <a:ea typeface="Trebuchet MS"/>
              <a:cs typeface="Trebuchet MS"/>
            </a:endParaRPr>
          </a:p>
          <a:p>
            <a:pPr marL="0" marR="0" lvl="0" indent="0" algn="l">
              <a:lnSpc>
                <a:spcPct val="100000"/>
              </a:lnSpc>
              <a:spcBef>
                <a:spcPts val="0"/>
              </a:spcBef>
              <a:spcAft>
                <a:spcPts val="0"/>
              </a:spcAft>
              <a:buClr>
                <a:schemeClr val="dk1"/>
              </a:buClr>
              <a:buSzPts val="900"/>
              <a:buFont typeface="Trebuchet MS"/>
              <a:buNone/>
              <a:defRPr/>
            </a:pPr>
            <a:r>
              <a:rPr lang="en-US" sz="900" b="0">
                <a:solidFill>
                  <a:schemeClr val="dk1"/>
                </a:solidFill>
                <a:latin typeface="Trebuchet MS"/>
                <a:ea typeface="Trebuchet MS"/>
                <a:cs typeface="Trebuchet MS"/>
              </a:rPr>
              <a:t>BCG does not provide fairness opinions or valuations of market transactions, and these materials should not be relied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solidFill>
                  <a:schemeClr val="dk1"/>
                </a:solidFill>
                <a:latin typeface="Trebuchet MS"/>
                <a:ea typeface="Trebuchet MS"/>
                <a:cs typeface="Trebuchet MS"/>
              </a:rPr>
            </a:br>
            <a:r>
              <a:rPr lang="en-US" sz="900" b="0">
                <a:solidFill>
                  <a:schemeClr val="dk1"/>
                </a:solidFill>
                <a:latin typeface="Trebuchet MS"/>
                <a:ea typeface="Trebuchet MS"/>
                <a:cs typeface="Trebuchet MS"/>
              </a:rPr>
              <a:t>or operating assumptions will clearly impact the analyses and conclusions.</a:t>
            </a:r>
            <a:endParaRPr/>
          </a:p>
        </p:txBody>
      </p:sp>
      <p:sp>
        <p:nvSpPr>
          <p:cNvPr id="398" name="Google Shape;398;p58"/>
          <p:cNvSpPr txBox="1"/>
          <p:nvPr/>
        </p:nvSpPr>
        <p:spPr bwMode="auto">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a:lnSpc>
                <a:spcPct val="90000"/>
              </a:lnSpc>
              <a:spcBef>
                <a:spcPts val="0"/>
              </a:spcBef>
              <a:spcAft>
                <a:spcPts val="0"/>
              </a:spcAft>
              <a:buClr>
                <a:schemeClr val="dk2"/>
              </a:buClr>
              <a:buSzPts val="5100"/>
              <a:buFont typeface="Trebuchet MS"/>
              <a:buNone/>
              <a:defRPr/>
            </a:pPr>
            <a:r>
              <a:rPr lang="en-US" sz="5100">
                <a:solidFill>
                  <a:schemeClr val="dk2"/>
                </a:solidFill>
                <a:latin typeface="Trebuchet MS"/>
                <a:ea typeface="Trebuchet MS"/>
                <a:cs typeface="Trebuchet MS"/>
              </a:rPr>
              <a:t>Disclaimer</a:t>
            </a:r>
            <a:endParaRPr/>
          </a:p>
        </p:txBody>
      </p:sp>
      <p:cxnSp>
        <p:nvCxnSpPr>
          <p:cNvPr id="399" name="Google Shape;399;p58"/>
          <p:cNvCxnSpPr>
            <a:cxnSpLocks/>
          </p:cNvCxnSpPr>
          <p:nvPr/>
        </p:nvCxnSpPr>
        <p:spPr bwMode="auto">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400" name="Google Shape;400;p58"/>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01" name="Google Shape;401;p5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End" preserve="0" showMasterPhAnim="0" showMasterSp="0" userDrawn="1">
  <p:cSld name="D. End">
    <p:spTree>
      <p:nvGrpSpPr>
        <p:cNvPr id="1" name=""/>
        <p:cNvGrpSpPr/>
        <p:nvPr/>
      </p:nvGrpSpPr>
      <p:grpSpPr bwMode="auto">
        <a:xfrm>
          <a:off x="0" y="0"/>
          <a:ext cx="0" cy="0"/>
          <a:chOff x="0" y="0"/>
          <a:chExt cx="0" cy="0"/>
        </a:xfrm>
      </p:grpSpPr>
      <p:pic>
        <p:nvPicPr>
          <p:cNvPr id="403" name="Google Shape;403;p59"/>
          <p:cNvPicPr/>
          <p:nvPr/>
        </p:nvPicPr>
        <p:blipFill>
          <a:blip r:embed="rId2">
            <a:alphaModFix/>
          </a:blip>
          <a:srcRect l="0" t="0" r="0" b="0"/>
          <a:stretch/>
        </p:blipFill>
        <p:spPr bwMode="auto">
          <a:xfrm flipH="1">
            <a:off x="0" y="0"/>
            <a:ext cx="12192000" cy="6858000"/>
          </a:xfrm>
          <a:prstGeom prst="rect">
            <a:avLst/>
          </a:prstGeom>
          <a:noFill/>
          <a:ln>
            <a:noFill/>
          </a:ln>
        </p:spPr>
      </p:pic>
      <p:sp>
        <p:nvSpPr>
          <p:cNvPr id="404" name="Google Shape;404;p59"/>
          <p:cNvSpPr/>
          <p:nvPr/>
        </p:nvSpPr>
        <p:spPr bwMode="auto">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a:solidFill>
                <a:srgbClr val="FFFFFF"/>
              </a:solidFill>
              <a:latin typeface="Trebuchet MS"/>
              <a:ea typeface="Trebuchet MS"/>
              <a:cs typeface="Trebuchet MS"/>
            </a:endParaRPr>
          </a:p>
        </p:txBody>
      </p:sp>
      <p:sp>
        <p:nvSpPr>
          <p:cNvPr id="405" name="Google Shape;405;p59"/>
          <p:cNvSpPr txBox="1"/>
          <p:nvPr/>
        </p:nvSpPr>
        <p:spPr bwMode="auto">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a:lnSpc>
                <a:spcPct val="90000"/>
              </a:lnSpc>
              <a:spcBef>
                <a:spcPts val="0"/>
              </a:spcBef>
              <a:spcAft>
                <a:spcPts val="0"/>
              </a:spcAft>
              <a:buNone/>
              <a:defRPr/>
            </a:pPr>
            <a:r>
              <a:rPr lang="en-US" sz="1200">
                <a:solidFill>
                  <a:schemeClr val="lt1"/>
                </a:solidFill>
                <a:latin typeface="Trebuchet MS"/>
                <a:ea typeface="Trebuchet MS"/>
                <a:cs typeface="Trebuchet MS"/>
              </a:rPr>
              <a:t>bcg.com</a:t>
            </a:r>
            <a:endParaRPr/>
          </a:p>
        </p:txBody>
      </p:sp>
      <p:sp>
        <p:nvSpPr>
          <p:cNvPr id="406" name="Google Shape;406;p59"/>
          <p:cNvSpPr/>
          <p:nvPr/>
        </p:nvSpPr>
        <p:spPr bwMode="auto">
          <a:xfrm>
            <a:off x="2676857" y="2969513"/>
            <a:ext cx="4033357" cy="842974"/>
          </a:xfrm>
          <a:custGeom>
            <a:avLst/>
            <a:gdLst/>
            <a:ahLst/>
            <a:cxnLst/>
            <a:rect l="l" t="t" r="r" b="b"/>
            <a:pathLst>
              <a:path w="11499847" h="2403475" fill="norm" stroke="1"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 Layout guide" preserve="0" showMasterPhAnim="0" userDrawn="1">
  <p:cSld name="D. Layout guide">
    <p:spTree>
      <p:nvGrpSpPr>
        <p:cNvPr id="1" name=""/>
        <p:cNvGrpSpPr/>
        <p:nvPr/>
      </p:nvGrpSpPr>
      <p:grpSpPr bwMode="auto">
        <a:xfrm>
          <a:off x="0" y="0"/>
          <a:ext cx="0" cy="0"/>
          <a:chOff x="0" y="0"/>
          <a:chExt cx="0" cy="0"/>
        </a:xfrm>
      </p:grpSpPr>
      <p:grpSp>
        <p:nvGrpSpPr>
          <p:cNvPr id="408" name="Google Shape;408;p60"/>
          <p:cNvGrpSpPr/>
          <p:nvPr/>
        </p:nvGrpSpPr>
        <p:grpSpPr bwMode="auto">
          <a:xfrm>
            <a:off x="-600" y="-1"/>
            <a:ext cx="12193799" cy="6858001"/>
            <a:chOff x="-600" y="-1"/>
            <a:chExt cx="12193799" cy="6858001"/>
          </a:xfrm>
        </p:grpSpPr>
        <p:sp>
          <p:nvSpPr>
            <p:cNvPr id="409" name="Google Shape;409;p60"/>
            <p:cNvSpPr/>
            <p:nvPr/>
          </p:nvSpPr>
          <p:spPr bwMode="auto">
            <a:xfrm>
              <a:off x="0" y="-1"/>
              <a:ext cx="12193200" cy="6858000"/>
            </a:xfrm>
            <a:custGeom>
              <a:avLst/>
              <a:gdLst/>
              <a:ahLst/>
              <a:cxnLst/>
              <a:rect l="l" t="t" r="r" b="b"/>
              <a:pathLst>
                <a:path w="12193200" h="6858000" fill="norm" stroke="1"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nvGrpSpPr>
            <p:cNvPr id="410" name="Google Shape;410;p60"/>
            <p:cNvGrpSpPr/>
            <p:nvPr/>
          </p:nvGrpSpPr>
          <p:grpSpPr bwMode="auto">
            <a:xfrm>
              <a:off x="-600" y="622800"/>
              <a:ext cx="12193200" cy="5536800"/>
              <a:chOff x="12623800" y="622800"/>
              <a:chExt cx="11176000" cy="5536800"/>
            </a:xfrm>
          </p:grpSpPr>
          <p:cxnSp>
            <p:nvCxnSpPr>
              <p:cNvPr id="411" name="Google Shape;411;p60"/>
              <p:cNvCxnSpPr>
                <a:cxnSpLocks/>
              </p:cNvCxnSpPr>
              <p:nvPr/>
            </p:nvCxnSpPr>
            <p:spPr bwMode="auto">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2" name="Google Shape;412;p60"/>
              <p:cNvCxnSpPr>
                <a:cxnSpLocks/>
              </p:cNvCxnSpPr>
              <p:nvPr/>
            </p:nvCxnSpPr>
            <p:spPr bwMode="auto">
              <a:xfrm>
                <a:off x="12623800" y="9142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3" name="Google Shape;413;p60"/>
              <p:cNvCxnSpPr>
                <a:cxnSpLocks/>
              </p:cNvCxnSpPr>
              <p:nvPr/>
            </p:nvCxnSpPr>
            <p:spPr bwMode="auto">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4" name="Google Shape;414;p60"/>
              <p:cNvCxnSpPr>
                <a:cxnSpLocks/>
              </p:cNvCxnSpPr>
              <p:nvPr/>
            </p:nvCxnSpPr>
            <p:spPr bwMode="auto">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5" name="Google Shape;415;p60"/>
              <p:cNvCxnSpPr>
                <a:cxnSpLocks/>
              </p:cNvCxnSpPr>
              <p:nvPr/>
            </p:nvCxnSpPr>
            <p:spPr bwMode="auto">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6" name="Google Shape;416;p60"/>
              <p:cNvCxnSpPr>
                <a:cxnSpLocks/>
              </p:cNvCxnSpPr>
              <p:nvPr/>
            </p:nvCxnSpPr>
            <p:spPr bwMode="auto">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7" name="Google Shape;417;p60"/>
              <p:cNvCxnSpPr>
                <a:cxnSpLocks/>
              </p:cNvCxnSpPr>
              <p:nvPr/>
            </p:nvCxnSpPr>
            <p:spPr bwMode="auto">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8" name="Google Shape;418;p60"/>
              <p:cNvCxnSpPr>
                <a:cxnSpLocks/>
              </p:cNvCxnSpPr>
              <p:nvPr/>
            </p:nvCxnSpPr>
            <p:spPr bwMode="auto">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9" name="Google Shape;419;p60"/>
              <p:cNvCxnSpPr>
                <a:cxnSpLocks/>
              </p:cNvCxnSpPr>
              <p:nvPr/>
            </p:nvCxnSpPr>
            <p:spPr bwMode="auto">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0" name="Google Shape;420;p60"/>
              <p:cNvCxnSpPr>
                <a:cxnSpLocks/>
              </p:cNvCxnSpPr>
              <p:nvPr/>
            </p:nvCxnSpPr>
            <p:spPr bwMode="auto">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1" name="Google Shape;421;p60"/>
              <p:cNvCxnSpPr>
                <a:cxnSpLocks/>
              </p:cNvCxnSpPr>
              <p:nvPr/>
            </p:nvCxnSpPr>
            <p:spPr bwMode="auto">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2" name="Google Shape;422;p60"/>
              <p:cNvCxnSpPr>
                <a:cxnSpLocks/>
              </p:cNvCxnSpPr>
              <p:nvPr/>
            </p:nvCxnSpPr>
            <p:spPr bwMode="auto">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3" name="Google Shape;423;p60"/>
              <p:cNvCxnSpPr>
                <a:cxnSpLocks/>
              </p:cNvCxnSpPr>
              <p:nvPr/>
            </p:nvCxnSpPr>
            <p:spPr bwMode="auto">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4" name="Google Shape;424;p60"/>
              <p:cNvCxnSpPr>
                <a:cxnSpLocks/>
              </p:cNvCxnSpPr>
              <p:nvPr/>
            </p:nvCxnSpPr>
            <p:spPr bwMode="auto">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5" name="Google Shape;425;p60"/>
              <p:cNvCxnSpPr>
                <a:cxnSpLocks/>
              </p:cNvCxnSpPr>
              <p:nvPr/>
            </p:nvCxnSpPr>
            <p:spPr bwMode="auto">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6" name="Google Shape;426;p60"/>
              <p:cNvCxnSpPr>
                <a:cxnSpLocks/>
              </p:cNvCxnSpPr>
              <p:nvPr/>
            </p:nvCxnSpPr>
            <p:spPr bwMode="auto">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7" name="Google Shape;427;p60"/>
              <p:cNvCxnSpPr>
                <a:cxnSpLocks/>
              </p:cNvCxnSpPr>
              <p:nvPr/>
            </p:nvCxnSpPr>
            <p:spPr bwMode="auto">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8" name="Google Shape;428;p60"/>
              <p:cNvCxnSpPr>
                <a:cxnSpLocks/>
              </p:cNvCxnSpPr>
              <p:nvPr/>
            </p:nvCxnSpPr>
            <p:spPr bwMode="auto">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9" name="Google Shape;429;p60"/>
              <p:cNvCxnSpPr>
                <a:cxnSpLocks/>
              </p:cNvCxnSpPr>
              <p:nvPr/>
            </p:nvCxnSpPr>
            <p:spPr bwMode="auto">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30" name="Google Shape;430;p60"/>
              <p:cNvCxnSpPr>
                <a:cxnSpLocks/>
              </p:cNvCxnSpPr>
              <p:nvPr/>
            </p:nvCxnSpPr>
            <p:spPr bwMode="auto">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431" name="Google Shape;431;p60"/>
            <p:cNvGrpSpPr/>
            <p:nvPr/>
          </p:nvGrpSpPr>
          <p:grpSpPr bwMode="auto">
            <a:xfrm>
              <a:off x="1277000" y="623550"/>
              <a:ext cx="9638000" cy="5537047"/>
              <a:chOff x="1277000" y="623550"/>
              <a:chExt cx="9638000" cy="5537047"/>
            </a:xfrm>
          </p:grpSpPr>
          <p:sp>
            <p:nvSpPr>
              <p:cNvPr id="432" name="Google Shape;432;p60"/>
              <p:cNvSpPr/>
              <p:nvPr/>
            </p:nvSpPr>
            <p:spPr bwMode="auto">
              <a:xfrm>
                <a:off x="688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3" name="Google Shape;433;p60"/>
              <p:cNvSpPr/>
              <p:nvPr/>
            </p:nvSpPr>
            <p:spPr bwMode="auto">
              <a:xfrm>
                <a:off x="875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4" name="Google Shape;434;p60"/>
              <p:cNvSpPr/>
              <p:nvPr/>
            </p:nvSpPr>
            <p:spPr bwMode="auto">
              <a:xfrm>
                <a:off x="782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5" name="Google Shape;435;p60"/>
              <p:cNvSpPr/>
              <p:nvPr/>
            </p:nvSpPr>
            <p:spPr bwMode="auto">
              <a:xfrm>
                <a:off x="969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6" name="Google Shape;436;p60"/>
              <p:cNvSpPr/>
              <p:nvPr/>
            </p:nvSpPr>
            <p:spPr bwMode="auto">
              <a:xfrm>
                <a:off x="1062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7" name="Google Shape;437;p60"/>
              <p:cNvSpPr/>
              <p:nvPr/>
            </p:nvSpPr>
            <p:spPr bwMode="auto">
              <a:xfrm>
                <a:off x="595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8" name="Google Shape;438;p60"/>
              <p:cNvSpPr/>
              <p:nvPr/>
            </p:nvSpPr>
            <p:spPr bwMode="auto">
              <a:xfrm>
                <a:off x="127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39" name="Google Shape;439;p60"/>
              <p:cNvSpPr/>
              <p:nvPr/>
            </p:nvSpPr>
            <p:spPr bwMode="auto">
              <a:xfrm>
                <a:off x="221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0" name="Google Shape;440;p60"/>
              <p:cNvSpPr/>
              <p:nvPr/>
            </p:nvSpPr>
            <p:spPr bwMode="auto">
              <a:xfrm>
                <a:off x="314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1" name="Google Shape;441;p60"/>
              <p:cNvSpPr/>
              <p:nvPr/>
            </p:nvSpPr>
            <p:spPr bwMode="auto">
              <a:xfrm>
                <a:off x="4082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2" name="Google Shape;442;p60"/>
              <p:cNvSpPr/>
              <p:nvPr/>
            </p:nvSpPr>
            <p:spPr bwMode="auto">
              <a:xfrm>
                <a:off x="5017000" y="623550"/>
                <a:ext cx="288000" cy="5537047"/>
              </a:xfrm>
              <a:prstGeom prst="rect">
                <a:avLst/>
              </a:prstGeom>
              <a:solidFill>
                <a:schemeClr val="accent5">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sp>
          <p:nvSpPr>
            <p:cNvPr id="443" name="Google Shape;443;p60"/>
            <p:cNvSpPr/>
            <p:nvPr/>
          </p:nvSpPr>
          <p:spPr bwMode="auto">
            <a:xfrm>
              <a:off x="-600" y="0"/>
              <a:ext cx="12193200" cy="6858000"/>
            </a:xfrm>
            <a:custGeom>
              <a:avLst/>
              <a:gdLst/>
              <a:ahLst/>
              <a:cxnLst/>
              <a:rect l="l" t="t" r="r" b="b"/>
              <a:pathLst>
                <a:path w="6026" h="3396" fill="norm" stroke="1"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Trebuchet MS"/>
                <a:buNone/>
                <a:defRPr/>
              </a:pPr>
              <a:endParaRPr sz="1800" b="0" i="0" u="none" strike="noStrike" cap="none">
                <a:solidFill>
                  <a:srgbClr val="575757"/>
                </a:solidFill>
                <a:latin typeface="Trebuchet MS"/>
                <a:ea typeface="Trebuchet MS"/>
                <a:cs typeface="Trebuchet MS"/>
              </a:endParaRPr>
            </a:p>
          </p:txBody>
        </p:sp>
        <p:sp>
          <p:nvSpPr>
            <p:cNvPr id="444" name="Google Shape;444;p60"/>
            <p:cNvSpPr/>
            <p:nvPr/>
          </p:nvSpPr>
          <p:spPr bwMode="auto">
            <a:xfrm>
              <a:off x="629400" y="6159600"/>
              <a:ext cx="10933200" cy="378584"/>
            </a:xfrm>
            <a:prstGeom prst="rect">
              <a:avLst/>
            </a:prstGeom>
            <a:solidFill>
              <a:schemeClr val="accent3">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5" name="Google Shape;445;p60"/>
            <p:cNvSpPr/>
            <p:nvPr/>
          </p:nvSpPr>
          <p:spPr bwMode="auto">
            <a:xfrm>
              <a:off x="629400" y="1497600"/>
              <a:ext cx="10932229" cy="583200"/>
            </a:xfrm>
            <a:prstGeom prst="rect">
              <a:avLst/>
            </a:prstGeom>
            <a:solidFill>
              <a:schemeClr val="accent3">
                <a:alpha val="14900"/>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nvGrpSpPr>
            <p:cNvPr id="446" name="Google Shape;446;p60"/>
            <p:cNvGrpSpPr/>
            <p:nvPr/>
          </p:nvGrpSpPr>
          <p:grpSpPr bwMode="auto">
            <a:xfrm>
              <a:off x="629400" y="5975122"/>
              <a:ext cx="10933200" cy="79536"/>
              <a:chOff x="629400" y="5975122"/>
              <a:chExt cx="10933200" cy="79536"/>
            </a:xfrm>
          </p:grpSpPr>
          <p:sp>
            <p:nvSpPr>
              <p:cNvPr id="447" name="Google Shape;447;p60"/>
              <p:cNvSpPr/>
              <p:nvPr/>
            </p:nvSpPr>
            <p:spPr bwMode="auto">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8" name="Google Shape;448;p60"/>
              <p:cNvSpPr/>
              <p:nvPr/>
            </p:nvSpPr>
            <p:spPr bwMode="auto">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49" name="Google Shape;449;p60"/>
              <p:cNvSpPr/>
              <p:nvPr/>
            </p:nvSpPr>
            <p:spPr bwMode="auto">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50" name="Google Shape;450;p60"/>
              <p:cNvSpPr/>
              <p:nvPr/>
            </p:nvSpPr>
            <p:spPr bwMode="auto">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sp>
            <p:nvSpPr>
              <p:cNvPr id="451" name="Google Shape;451;p60"/>
              <p:cNvSpPr/>
              <p:nvPr/>
            </p:nvSpPr>
            <p:spPr bwMode="auto">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800">
                  <a:solidFill>
                    <a:schemeClr val="dk1"/>
                  </a:solidFill>
                  <a:latin typeface="Trebuchet MS"/>
                  <a:ea typeface="Trebuchet MS"/>
                  <a:cs typeface="Trebuchet MS"/>
                </a:endParaRPr>
              </a:p>
            </p:txBody>
          </p:sp>
        </p:grpSp>
        <p:sp>
          <p:nvSpPr>
            <p:cNvPr id="452" name="Google Shape;452;p60"/>
            <p:cNvSpPr/>
            <p:nvPr/>
          </p:nvSpPr>
          <p:spPr bwMode="auto">
            <a:xfrm>
              <a:off x="629400" y="2080801"/>
              <a:ext cx="10933200" cy="4078800"/>
            </a:xfrm>
            <a:custGeom>
              <a:avLst/>
              <a:gdLst/>
              <a:ahLst/>
              <a:cxnLst/>
              <a:rect l="l" t="t" r="r" b="b"/>
              <a:pathLst>
                <a:path w="10931999" h="5537797" fill="norm" stroke="1"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chemeClr val="lt1"/>
                </a:solidFill>
                <a:latin typeface="Trebuchet MS"/>
                <a:ea typeface="Trebuchet MS"/>
                <a:cs typeface="Trebuchet MS"/>
              </a:endParaRPr>
            </a:p>
          </p:txBody>
        </p:sp>
        <p:sp>
          <p:nvSpPr>
            <p:cNvPr id="453" name="Google Shape;453;p60"/>
            <p:cNvSpPr txBox="1"/>
            <p:nvPr/>
          </p:nvSpPr>
          <p:spPr bwMode="auto">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1. xxxx  2. xxxx  3. List footnotes in numerical order. Footnote numbers are not bracketed. Use 10pt font</a:t>
              </a:r>
              <a:endParaRPr/>
            </a:p>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Note: Do not put a period at the end of the note or the source</a:t>
              </a:r>
              <a:endParaRPr/>
            </a:p>
            <a:p>
              <a:pPr marL="0" marR="0" lvl="0" indent="0" algn="l">
                <a:lnSpc>
                  <a:spcPct val="90000"/>
                </a:lnSpc>
                <a:spcBef>
                  <a:spcPts val="0"/>
                </a:spcBef>
                <a:spcAft>
                  <a:spcPts val="0"/>
                </a:spcAft>
                <a:buClr>
                  <a:srgbClr val="7F7F7F"/>
                </a:buClr>
                <a:buSzPts val="1000"/>
                <a:buFont typeface="Trebuchet MS"/>
                <a:buNone/>
                <a:defRPr/>
              </a:pPr>
              <a:r>
                <a:rPr lang="en-US" sz="1000" b="0" i="0" u="none" strike="noStrike" cap="none">
                  <a:solidFill>
                    <a:srgbClr val="7F7F7F"/>
                  </a:solidFill>
                  <a:latin typeface="Trebuchet MS"/>
                  <a:ea typeface="Trebuchet MS"/>
                  <a:cs typeface="Trebuchet MS"/>
                </a:rPr>
                <a:t>Source: Include a source for every chart that you use. Separate sources with a semicolon; BCG-related sources go at the end</a:t>
              </a:r>
              <a:endParaRPr/>
            </a:p>
          </p:txBody>
        </p:sp>
      </p:grpSp>
      <p:sp>
        <p:nvSpPr>
          <p:cNvPr id="454" name="Google Shape;454;p60"/>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55" name="Google Shape;455;p60"/>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Section Header Overview" preserve="0" showMasterPhAnim="0" showMasterSp="0" userDrawn="1">
  <p:cSld name="Agenda Section Header Overview">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457" name="Google Shape;457;p61"/>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458" name="Google Shape;458;p61"/>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459" name="Google Shape;459;p61"/>
          <p:cNvSpPr/>
          <p:nvPr/>
        </p:nvSpPr>
        <p:spPr bwMode="auto">
          <a:xfrm>
            <a:off x="1388145" y="4691187"/>
            <a:ext cx="929337" cy="995874"/>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a:solidFill>
                <a:srgbClr val="FFFFFF"/>
              </a:solidFill>
              <a:latin typeface="Trebuchet MS"/>
              <a:ea typeface="Trebuchet MS"/>
              <a:cs typeface="Trebuchet MS"/>
            </a:endParaRPr>
          </a:p>
        </p:txBody>
      </p:sp>
      <p:sp>
        <p:nvSpPr>
          <p:cNvPr id="460" name="Google Shape;460;p61"/>
          <p:cNvSpPr/>
          <p:nvPr/>
        </p:nvSpPr>
        <p:spPr bwMode="auto">
          <a:xfrm>
            <a:off x="2509482" y="4691187"/>
            <a:ext cx="1570152" cy="1468176"/>
          </a:xfrm>
          <a:prstGeom prst="rect">
            <a:avLst/>
          </a:prstGeom>
          <a:noFill/>
          <a:ln w="9525" cap="flat" cmpd="sng">
            <a:solidFill>
              <a:srgbClr val="FFFFFF"/>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a:lnSpc>
                <a:spcPct val="95000"/>
              </a:lnSpc>
              <a:spcBef>
                <a:spcPts val="0"/>
              </a:spcBef>
              <a:spcAft>
                <a:spcPts val="0"/>
              </a:spcAft>
              <a:buNone/>
              <a:defRPr/>
            </a:pPr>
            <a:endParaRPr sz="1200">
              <a:solidFill>
                <a:srgbClr val="FFFFFF"/>
              </a:solidFill>
              <a:latin typeface="Trebuchet MS"/>
              <a:ea typeface="Trebuchet MS"/>
              <a:cs typeface="Trebuchet MS"/>
            </a:endParaRPr>
          </a:p>
        </p:txBody>
      </p:sp>
      <p:sp>
        <p:nvSpPr>
          <p:cNvPr id="461" name="Google Shape;461;p61"/>
          <p:cNvSpPr txBox="1"/>
          <p:nvPr/>
        </p:nvSpPr>
        <p:spPr bwMode="auto">
          <a:xfrm>
            <a:off x="630000" y="907199"/>
            <a:ext cx="3448800" cy="3488400"/>
          </a:xfrm>
          <a:prstGeom prst="rect">
            <a:avLst/>
          </a:prstGeom>
          <a:noFill/>
          <a:ln w="9525" cap="flat" cmpd="sng">
            <a:solidFill>
              <a:schemeClr val="lt1"/>
            </a:solidFill>
            <a:prstDash val="solid"/>
            <a:round/>
            <a:headEnd type="none" w="sm" len="sm"/>
            <a:tailEnd type="none" w="sm" len="sm"/>
          </a:ln>
        </p:spPr>
        <p:txBody>
          <a:bodyPr spcFirstLastPara="1" wrap="square" lIns="612000" tIns="468000" rIns="0" bIns="0" anchor="t" anchorCtr="0">
            <a:spAutoFit/>
          </a:bodyPr>
          <a:lstStyle/>
          <a:p>
            <a:pPr marL="0" marR="0" lvl="0" indent="0" algn="l">
              <a:lnSpc>
                <a:spcPct val="90000"/>
              </a:lnSpc>
              <a:spcBef>
                <a:spcPts val="0"/>
              </a:spcBef>
              <a:spcAft>
                <a:spcPts val="0"/>
              </a:spcAft>
              <a:buNone/>
              <a:defRPr/>
            </a:pPr>
            <a:endParaRPr sz="5400">
              <a:solidFill>
                <a:schemeClr val="lt1"/>
              </a:solidFill>
              <a:latin typeface="Trebuchet MS"/>
              <a:ea typeface="Trebuchet MS"/>
              <a:cs typeface="Trebuchet MS"/>
            </a:endParaRPr>
          </a:p>
        </p:txBody>
      </p:sp>
      <p:sp>
        <p:nvSpPr>
          <p:cNvPr id="462" name="Google Shape;462;p61"/>
          <p:cNvSpPr txBox="1"/>
          <p:nvPr/>
        </p:nvSpPr>
        <p:spPr bwMode="auto">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a:lnSpc>
                <a:spcPct val="95000"/>
              </a:lnSpc>
              <a:spcBef>
                <a:spcPts val="0"/>
              </a:spcBef>
              <a:spcAft>
                <a:spcPts val="0"/>
              </a:spcAft>
              <a:buNone/>
              <a:defRPr/>
            </a:pPr>
            <a:r>
              <a:rPr lang="en-US" sz="5400">
                <a:solidFill>
                  <a:schemeClr val="lt1"/>
                </a:solidFill>
                <a:latin typeface="Trebuchet MS"/>
                <a:ea typeface="Trebuchet MS"/>
                <a:cs typeface="Trebuchet MS"/>
              </a:rPr>
              <a:t>Agenda</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Section Header" preserve="0" showMasterPhAnim="0" showMasterSp="0" userDrawn="1">
  <p:cSld name="Agenda Section Header">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464" name="Google Shape;464;p62"/>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465" name="Google Shape;465;p62"/>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466" name="Google Shape;466;p62"/>
          <p:cNvSpPr/>
          <p:nvPr/>
        </p:nvSpPr>
        <p:spPr bwMode="auto">
          <a:xfrm>
            <a:off x="1284743" y="1428131"/>
            <a:ext cx="947672" cy="947672"/>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467" name="Google Shape;467;p62"/>
          <p:cNvSpPr/>
          <p:nvPr/>
        </p:nvSpPr>
        <p:spPr bwMode="auto">
          <a:xfrm>
            <a:off x="1285200" y="2667600"/>
            <a:ext cx="9619200" cy="3200400"/>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a:spcBef>
                <a:spcPts val="0"/>
              </a:spcBef>
              <a:spcAft>
                <a:spcPts val="0"/>
              </a:spcAft>
              <a:buNone/>
              <a:defRPr/>
            </a:pPr>
            <a:endParaRPr sz="2000">
              <a:solidFill>
                <a:srgbClr val="FFFFFF"/>
              </a:solidFill>
              <a:latin typeface="Trebuchet MS"/>
              <a:ea typeface="Trebuchet MS"/>
              <a:cs typeface="Trebuchet M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Full Width Overview" preserve="0" showMasterPhAnim="0" showMasterSp="0" userDrawn="1">
  <p:cSld name="Agenda Full Width Overview">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469" name="Google Shape;469;p63"/>
          <p:cNvSpPr txBox="1"/>
          <p:nvPr/>
        </p:nvSpPr>
        <p:spPr bwMode="auto">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sp>
        <p:nvSpPr>
          <p:cNvPr id="470" name="Google Shape;470;p63"/>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471" name="Google Shape;471;p63"/>
          <p:cNvSpPr txBox="1"/>
          <p:nvPr/>
        </p:nvSpPr>
        <p:spPr bwMode="auto">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Clr>
                <a:schemeClr val="lt1"/>
              </a:buClr>
              <a:buSzPts val="3400"/>
              <a:buFont typeface="Trebuchet MS"/>
              <a:buNone/>
              <a:defRPr/>
            </a:pPr>
            <a:r>
              <a:rPr lang="en-US" sz="3400" b="0" i="0" u="none">
                <a:solidFill>
                  <a:schemeClr val="lt1"/>
                </a:solidFill>
                <a:latin typeface="Trebuchet MS"/>
                <a:ea typeface="Trebuchet MS"/>
                <a:cs typeface="Trebuchet MS"/>
              </a:rPr>
              <a:t>Agenda</a:t>
            </a:r>
            <a:endParaRPr/>
          </a:p>
        </p:txBody>
      </p:sp>
      <p:cxnSp>
        <p:nvCxnSpPr>
          <p:cNvPr id="472" name="Google Shape;472;p63"/>
          <p:cNvCxnSpPr>
            <a:cxnSpLocks/>
          </p:cNvCxnSpPr>
          <p:nvPr/>
        </p:nvCxnSpPr>
        <p:spPr bwMode="auto">
          <a:xfrm>
            <a:off x="618898" y="1206000"/>
            <a:ext cx="11576304"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Two-Thirds" preserve="0" showMasterPhAnim="0" showMasterSp="0" userDrawn="1">
  <p:cSld name="Agenda Two-Thirds">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474" name="Google Shape;474;p64"/>
          <p:cNvPicPr/>
          <p:nvPr/>
        </p:nvPicPr>
        <p:blipFill>
          <a:blip r:embed="rId2">
            <a:alphaModFix/>
          </a:blip>
          <a:srcRect l="29398" t="8741" r="100" b="27"/>
          <a:stretch/>
        </p:blipFill>
        <p:spPr bwMode="auto">
          <a:xfrm flipH="1">
            <a:off x="3671068" y="0"/>
            <a:ext cx="416951" cy="6858000"/>
          </a:xfrm>
          <a:prstGeom prst="rect">
            <a:avLst/>
          </a:prstGeom>
          <a:noFill/>
          <a:ln>
            <a:noFill/>
          </a:ln>
        </p:spPr>
      </p:pic>
      <p:sp>
        <p:nvSpPr>
          <p:cNvPr id="475" name="Google Shape;475;p64"/>
          <p:cNvSpPr/>
          <p:nvPr/>
        </p:nvSpPr>
        <p:spPr bwMode="auto">
          <a:xfrm>
            <a:off x="4080763" y="-1308"/>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476" name="Google Shape;476;p64"/>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477" name="Google Shape;477;p64"/>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478" name="Google Shape;478;p64"/>
          <p:cNvSpPr txBox="1"/>
          <p:nvPr/>
        </p:nvSpPr>
        <p:spPr bwMode="auto">
          <a:xfrm>
            <a:off x="630000" y="3207715"/>
            <a:ext cx="1547143" cy="443198"/>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3200">
                <a:solidFill>
                  <a:schemeClr val="lt1"/>
                </a:solidFill>
                <a:latin typeface="Trebuchet MS"/>
                <a:ea typeface="Trebuchet MS"/>
                <a:cs typeface="Trebuchet MS"/>
              </a:rPr>
              <a:t>Agenda</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D. Section Header Overview" preserve="0" showMasterPhAnim="0" userDrawn="1">
  <p:cSld name="Agenda D. Section Header Overview">
    <p:bg>
      <p:bgPr shadeToTitle="0">
        <a:solidFill>
          <a:schemeClr val="lt1"/>
        </a:solidFill>
      </p:bgPr>
    </p:bg>
    <p:spTree>
      <p:nvGrpSpPr>
        <p:cNvPr id="1" name=""/>
        <p:cNvGrpSpPr/>
        <p:nvPr/>
      </p:nvGrpSpPr>
      <p:grpSpPr bwMode="auto">
        <a:xfrm>
          <a:off x="0" y="0"/>
          <a:ext cx="0" cy="0"/>
          <a:chOff x="0" y="0"/>
          <a:chExt cx="0" cy="0"/>
        </a:xfrm>
      </p:grpSpPr>
      <p:sp>
        <p:nvSpPr>
          <p:cNvPr id="480" name="Google Shape;480;p65"/>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481" name="Google Shape;481;p65"/>
          <p:cNvSpPr/>
          <p:nvPr/>
        </p:nvSpPr>
        <p:spPr bwMode="auto">
          <a:xfrm>
            <a:off x="1388145" y="4691187"/>
            <a:ext cx="929337" cy="995874"/>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a:lnSpc>
                <a:spcPct val="95000"/>
              </a:lnSpc>
              <a:spcBef>
                <a:spcPts val="0"/>
              </a:spcBef>
              <a:spcAft>
                <a:spcPts val="0"/>
              </a:spcAft>
              <a:buNone/>
              <a:defRPr/>
            </a:pPr>
            <a:endParaRPr sz="2000">
              <a:solidFill>
                <a:srgbClr val="FFFFFF"/>
              </a:solidFill>
              <a:latin typeface="Trebuchet MS"/>
              <a:ea typeface="Trebuchet MS"/>
              <a:cs typeface="Trebuchet MS"/>
            </a:endParaRPr>
          </a:p>
        </p:txBody>
      </p:sp>
      <p:sp>
        <p:nvSpPr>
          <p:cNvPr id="482" name="Google Shape;482;p65"/>
          <p:cNvSpPr/>
          <p:nvPr/>
        </p:nvSpPr>
        <p:spPr bwMode="auto">
          <a:xfrm>
            <a:off x="2509482" y="4691187"/>
            <a:ext cx="1570152" cy="1468176"/>
          </a:xfrm>
          <a:prstGeom prst="rect">
            <a:avLst/>
          </a:prstGeom>
          <a:noFill/>
          <a:ln w="9525" cap="flat" cmpd="sng">
            <a:solidFill>
              <a:schemeClr val="accent4"/>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a:lnSpc>
                <a:spcPct val="95000"/>
              </a:lnSpc>
              <a:spcBef>
                <a:spcPts val="0"/>
              </a:spcBef>
              <a:spcAft>
                <a:spcPts val="0"/>
              </a:spcAft>
              <a:buNone/>
              <a:defRPr/>
            </a:pPr>
            <a:endParaRPr sz="1200">
              <a:solidFill>
                <a:srgbClr val="FFFFFF"/>
              </a:solidFill>
              <a:latin typeface="Trebuchet MS"/>
              <a:ea typeface="Trebuchet MS"/>
              <a:cs typeface="Trebuchet MS"/>
            </a:endParaRPr>
          </a:p>
        </p:txBody>
      </p:sp>
      <p:sp>
        <p:nvSpPr>
          <p:cNvPr id="483" name="Google Shape;483;p65"/>
          <p:cNvSpPr txBox="1"/>
          <p:nvPr/>
        </p:nvSpPr>
        <p:spPr bwMode="auto">
          <a:xfrm>
            <a:off x="630000" y="907198"/>
            <a:ext cx="3448800" cy="3488400"/>
          </a:xfrm>
          <a:prstGeom prst="rect">
            <a:avLst/>
          </a:prstGeom>
          <a:noFill/>
          <a:ln w="9525" cap="flat" cmpd="sng">
            <a:solidFill>
              <a:schemeClr val="accent4"/>
            </a:solidFill>
            <a:prstDash val="solid"/>
            <a:round/>
            <a:headEnd type="none" w="sm" len="sm"/>
            <a:tailEnd type="none" w="sm" len="sm"/>
          </a:ln>
        </p:spPr>
        <p:txBody>
          <a:bodyPr spcFirstLastPara="1" wrap="square" lIns="612000" tIns="468000" rIns="0" bIns="0" anchor="t" anchorCtr="0">
            <a:spAutoFit/>
          </a:bodyPr>
          <a:lstStyle/>
          <a:p>
            <a:pPr marL="0" marR="0" lvl="0" indent="0" algn="l">
              <a:lnSpc>
                <a:spcPct val="90000"/>
              </a:lnSpc>
              <a:spcBef>
                <a:spcPts val="0"/>
              </a:spcBef>
              <a:spcAft>
                <a:spcPts val="0"/>
              </a:spcAft>
              <a:buNone/>
              <a:defRPr/>
            </a:pPr>
            <a:endParaRPr sz="5400">
              <a:solidFill>
                <a:schemeClr val="accent4"/>
              </a:solidFill>
              <a:latin typeface="Trebuchet MS"/>
              <a:ea typeface="Trebuchet MS"/>
              <a:cs typeface="Trebuchet MS"/>
            </a:endParaRPr>
          </a:p>
        </p:txBody>
      </p:sp>
      <p:sp>
        <p:nvSpPr>
          <p:cNvPr id="484" name="Google Shape;484;p65"/>
          <p:cNvSpPr txBox="1"/>
          <p:nvPr/>
        </p:nvSpPr>
        <p:spPr bwMode="auto">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a:lnSpc>
                <a:spcPct val="95000"/>
              </a:lnSpc>
              <a:spcBef>
                <a:spcPts val="0"/>
              </a:spcBef>
              <a:spcAft>
                <a:spcPts val="0"/>
              </a:spcAft>
              <a:buNone/>
              <a:defRPr/>
            </a:pPr>
            <a:r>
              <a:rPr lang="en-US" sz="5400">
                <a:solidFill>
                  <a:schemeClr val="accent4"/>
                </a:solidFill>
                <a:latin typeface="Trebuchet MS"/>
                <a:ea typeface="Trebuchet MS"/>
                <a:cs typeface="Trebuchet MS"/>
              </a:rPr>
              <a:t>Agenda</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D. Section Header" preserve="0" showMasterPhAnim="0" userDrawn="1">
  <p:cSld name="Agenda D. Section Header">
    <p:bg>
      <p:bgPr shadeToTitle="0">
        <a:solidFill>
          <a:schemeClr val="lt1"/>
        </a:solidFill>
      </p:bgPr>
    </p:bg>
    <p:spTree>
      <p:nvGrpSpPr>
        <p:cNvPr id="1" name=""/>
        <p:cNvGrpSpPr/>
        <p:nvPr/>
      </p:nvGrpSpPr>
      <p:grpSpPr bwMode="auto">
        <a:xfrm>
          <a:off x="0" y="0"/>
          <a:ext cx="0" cy="0"/>
          <a:chOff x="0" y="0"/>
          <a:chExt cx="0" cy="0"/>
        </a:xfrm>
      </p:grpSpPr>
      <p:sp>
        <p:nvSpPr>
          <p:cNvPr id="486" name="Google Shape;486;p66"/>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487" name="Google Shape;487;p66"/>
          <p:cNvSpPr/>
          <p:nvPr/>
        </p:nvSpPr>
        <p:spPr bwMode="auto">
          <a:xfrm>
            <a:off x="1284743" y="1428131"/>
            <a:ext cx="947672" cy="947672"/>
          </a:xfrm>
          <a:prstGeom prst="rect">
            <a:avLst/>
          </a:prstGeom>
          <a:no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488" name="Google Shape;488;p66"/>
          <p:cNvSpPr/>
          <p:nvPr/>
        </p:nvSpPr>
        <p:spPr bwMode="auto">
          <a:xfrm>
            <a:off x="1285200" y="2667600"/>
            <a:ext cx="9619200" cy="3200400"/>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a:spcBef>
                <a:spcPts val="0"/>
              </a:spcBef>
              <a:spcAft>
                <a:spcPts val="0"/>
              </a:spcAft>
              <a:buNone/>
              <a:defRPr/>
            </a:pPr>
            <a:endParaRPr sz="2000">
              <a:solidFill>
                <a:srgbClr val="FFFFFF"/>
              </a:solidFill>
              <a:latin typeface="Trebuchet MS"/>
              <a:ea typeface="Trebuchet MS"/>
              <a:cs typeface="Trebuchet M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D. Full Width Overview" preserve="0" showMasterPhAnim="0" userDrawn="1">
  <p:cSld name="Agenda D. Full Width Overview">
    <p:bg>
      <p:bgPr shadeToTitle="0">
        <a:solidFill>
          <a:schemeClr val="lt1"/>
        </a:solidFill>
      </p:bgPr>
    </p:bg>
    <p:spTree>
      <p:nvGrpSpPr>
        <p:cNvPr id="1" name=""/>
        <p:cNvGrpSpPr/>
        <p:nvPr/>
      </p:nvGrpSpPr>
      <p:grpSpPr bwMode="auto">
        <a:xfrm>
          <a:off x="0" y="0"/>
          <a:ext cx="0" cy="0"/>
          <a:chOff x="0" y="0"/>
          <a:chExt cx="0" cy="0"/>
        </a:xfrm>
      </p:grpSpPr>
      <p:sp>
        <p:nvSpPr>
          <p:cNvPr id="490" name="Google Shape;490;p67"/>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491" name="Google Shape;491;p67"/>
          <p:cNvSpPr txBox="1"/>
          <p:nvPr/>
        </p:nvSpPr>
        <p:spPr bwMode="auto">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Clr>
                <a:schemeClr val="accent4"/>
              </a:buClr>
              <a:buSzPts val="3400"/>
              <a:buFont typeface="Trebuchet MS"/>
              <a:buNone/>
              <a:defRPr/>
            </a:pPr>
            <a:r>
              <a:rPr lang="en-US" sz="3400" b="0" i="0" u="none">
                <a:solidFill>
                  <a:schemeClr val="accent4"/>
                </a:solidFill>
                <a:latin typeface="Trebuchet MS"/>
                <a:ea typeface="Trebuchet MS"/>
                <a:cs typeface="Trebuchet MS"/>
              </a:rPr>
              <a:t>Agenda</a:t>
            </a:r>
            <a:endParaRPr/>
          </a:p>
        </p:txBody>
      </p:sp>
      <p:cxnSp>
        <p:nvCxnSpPr>
          <p:cNvPr id="492" name="Google Shape;492;p67"/>
          <p:cNvCxnSpPr>
            <a:cxnSpLocks/>
          </p:cNvCxnSpPr>
          <p:nvPr/>
        </p:nvCxnSpPr>
        <p:spPr bwMode="auto">
          <a:xfrm>
            <a:off x="618898" y="1206000"/>
            <a:ext cx="11576304"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D. Two-Thirds" preserve="0" showMasterPhAnim="0" showMasterSp="0" userDrawn="1">
  <p:cSld name="Agenda D. Two-Thirds">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pic>
        <p:nvPicPr>
          <p:cNvPr id="494" name="Google Shape;494;p68"/>
          <p:cNvPicPr/>
          <p:nvPr/>
        </p:nvPicPr>
        <p:blipFill>
          <a:blip r:embed="rId2">
            <a:alphaModFix/>
          </a:blip>
          <a:srcRect l="29398" t="8741" r="100" b="27"/>
          <a:stretch/>
        </p:blipFill>
        <p:spPr bwMode="auto">
          <a:xfrm flipH="1">
            <a:off x="3671068" y="0"/>
            <a:ext cx="416951" cy="6858000"/>
          </a:xfrm>
          <a:prstGeom prst="rect">
            <a:avLst/>
          </a:prstGeom>
          <a:noFill/>
          <a:ln>
            <a:noFill/>
          </a:ln>
        </p:spPr>
      </p:pic>
      <p:sp>
        <p:nvSpPr>
          <p:cNvPr id="495" name="Google Shape;495;p68"/>
          <p:cNvSpPr/>
          <p:nvPr/>
        </p:nvSpPr>
        <p:spPr bwMode="auto">
          <a:xfrm>
            <a:off x="4080763" y="-1308"/>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a:spcBef>
                <a:spcPts val="0"/>
              </a:spcBef>
              <a:spcAft>
                <a:spcPts val="0"/>
              </a:spcAft>
              <a:buNone/>
              <a:defRPr/>
            </a:pPr>
            <a:endParaRPr sz="1200">
              <a:solidFill>
                <a:schemeClr val="lt1"/>
              </a:solidFill>
              <a:latin typeface="Trebuchet MS"/>
              <a:ea typeface="Trebuchet MS"/>
              <a:cs typeface="Trebuchet MS"/>
            </a:endParaRPr>
          </a:p>
        </p:txBody>
      </p:sp>
      <p:sp>
        <p:nvSpPr>
          <p:cNvPr id="496" name="Google Shape;496;p68"/>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rgbClr val="7F7F7F"/>
                </a:solidFill>
                <a:latin typeface="Trebuchet MS"/>
                <a:ea typeface="Trebuchet MS"/>
                <a:cs typeface="Trebuchet MS"/>
              </a:rPr>
              <a:t>Copyright © 2020 by Boston Consulting Group. All rights reserved.</a:t>
            </a:r>
            <a:endParaRPr sz="700">
              <a:solidFill>
                <a:srgbClr val="7F7F7F"/>
              </a:solidFill>
              <a:latin typeface="Trebuchet MS"/>
              <a:ea typeface="Trebuchet MS"/>
              <a:cs typeface="Trebuchet MS"/>
            </a:endParaRPr>
          </a:p>
        </p:txBody>
      </p:sp>
      <p:sp>
        <p:nvSpPr>
          <p:cNvPr id="497" name="Google Shape;497;p68"/>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a:solidFill>
                  <a:srgbClr val="7F7F7F"/>
                </a:solidFill>
                <a:latin typeface="Trebuchet MS"/>
                <a:ea typeface="Trebuchet MS"/>
                <a:cs typeface="Trebuchet MS"/>
              </a:rPr>
              <a:t>-1</a:t>
            </a:fld>
            <a:endParaRPr sz="1000">
              <a:solidFill>
                <a:srgbClr val="7F7F7F"/>
              </a:solidFill>
              <a:latin typeface="Trebuchet MS"/>
              <a:ea typeface="Trebuchet MS"/>
              <a:cs typeface="Trebuchet MS"/>
            </a:endParaRPr>
          </a:p>
        </p:txBody>
      </p:sp>
      <p:sp>
        <p:nvSpPr>
          <p:cNvPr id="498" name="Google Shape;498;p68"/>
          <p:cNvSpPr txBox="1"/>
          <p:nvPr/>
        </p:nvSpPr>
        <p:spPr bwMode="auto">
          <a:xfrm>
            <a:off x="630000" y="3262145"/>
            <a:ext cx="1161047" cy="332399"/>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2400">
                <a:solidFill>
                  <a:schemeClr val="lt1"/>
                </a:solidFill>
                <a:latin typeface="Trebuchet MS"/>
                <a:ea typeface="Trebuchet MS"/>
                <a:cs typeface="Trebuchet MS"/>
              </a:rPr>
              <a:t>Agenda</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genda D. Table of Contents" preserve="0" showMasterPhAnim="0" showMasterSp="0" userDrawn="1">
  <p:cSld name="Agenda D. Table of Contents">
    <p:bg>
      <p:bgPr shadeToTitle="0">
        <a:gradFill>
          <a:gsLst>
            <a:gs pos="0">
              <a:schemeClr val="dk2"/>
            </a:gs>
            <a:gs pos="100000">
              <a:schemeClr val="accent2"/>
            </a:gs>
          </a:gsLst>
          <a:lin ang="8100000" scaled="0"/>
        </a:gradFill>
      </p:bgPr>
    </p:bg>
    <p:spTree>
      <p:nvGrpSpPr>
        <p:cNvPr id="1" name=""/>
        <p:cNvGrpSpPr/>
        <p:nvPr/>
      </p:nvGrpSpPr>
      <p:grpSpPr bwMode="auto">
        <a:xfrm>
          <a:off x="0" y="0"/>
          <a:ext cx="0" cy="0"/>
          <a:chOff x="0" y="0"/>
          <a:chExt cx="0" cy="0"/>
        </a:xfrm>
      </p:grpSpPr>
      <p:sp>
        <p:nvSpPr>
          <p:cNvPr id="500" name="Google Shape;500;p69"/>
          <p:cNvSpPr/>
          <p:nvPr/>
        </p:nvSpPr>
        <p:spPr bwMode="auto">
          <a:xfrm>
            <a:off x="0" y="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501" name="Google Shape;501;p69"/>
          <p:cNvSpPr/>
          <p:nvPr/>
        </p:nvSpPr>
        <p:spPr bwMode="auto">
          <a:xfrm>
            <a:off x="0" y="0"/>
            <a:ext cx="4088312" cy="6858000"/>
          </a:xfrm>
          <a:custGeom>
            <a:avLst/>
            <a:gdLst/>
            <a:ahLst/>
            <a:cxnLst/>
            <a:rect l="l" t="t" r="r" b="b"/>
            <a:pathLst>
              <a:path w="4088312" h="6858000" fill="norm" stroke="1"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defRPr/>
            </a:pPr>
            <a:endParaRPr sz="1200">
              <a:solidFill>
                <a:srgbClr val="FFFFFF"/>
              </a:solidFill>
              <a:latin typeface="Trebuchet MS"/>
              <a:ea typeface="Trebuchet MS"/>
              <a:cs typeface="Trebuchet MS"/>
            </a:endParaRPr>
          </a:p>
        </p:txBody>
      </p:sp>
      <p:sp>
        <p:nvSpPr>
          <p:cNvPr id="502" name="Google Shape;502;p69"/>
          <p:cNvSpPr txBox="1"/>
          <p:nvPr/>
        </p:nvSpPr>
        <p:spPr bwMode="auto">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a:lnSpc>
                <a:spcPct val="106000"/>
              </a:lnSpc>
              <a:spcBef>
                <a:spcPts val="0"/>
              </a:spcBef>
              <a:spcAft>
                <a:spcPts val="0"/>
              </a:spcAft>
              <a:buClr>
                <a:schemeClr val="dk2"/>
              </a:buClr>
              <a:buSzPts val="5400"/>
              <a:buFont typeface="Trebuchet MS"/>
              <a:buNone/>
              <a:defRPr/>
            </a:pPr>
            <a:r>
              <a:rPr lang="en-US" sz="5400">
                <a:solidFill>
                  <a:schemeClr val="dk2"/>
                </a:solidFill>
                <a:latin typeface="Trebuchet MS"/>
                <a:ea typeface="Trebuchet MS"/>
                <a:cs typeface="Trebuchet MS"/>
              </a:rPr>
              <a:t>Table of contents</a:t>
            </a:r>
            <a:endParaRPr/>
          </a:p>
        </p:txBody>
      </p:sp>
      <p:sp>
        <p:nvSpPr>
          <p:cNvPr id="503" name="Google Shape;503;p69"/>
          <p:cNvSpPr txBox="1"/>
          <p:nvPr/>
        </p:nvSpPr>
        <p:spPr bwMode="auto">
          <a:xfrm rot="-5400000">
            <a:off x="9486900" y="3921600"/>
            <a:ext cx="5133975" cy="98744"/>
          </a:xfrm>
          <a:prstGeom prst="rect">
            <a:avLst/>
          </a:prstGeom>
          <a:noFill/>
          <a:ln>
            <a:noFill/>
          </a:ln>
        </p:spPr>
        <p:txBody>
          <a:bodyPr spcFirstLastPara="1" wrap="square" lIns="0" tIns="0" rIns="0" bIns="0" anchor="t" anchorCtr="0">
            <a:spAutoFit/>
          </a:bodyPr>
          <a:lstStyle/>
          <a:p>
            <a:pPr marL="0" marR="0" lvl="0" indent="0" algn="l">
              <a:lnSpc>
                <a:spcPct val="90000"/>
              </a:lnSpc>
              <a:spcBef>
                <a:spcPts val="0"/>
              </a:spcBef>
              <a:spcAft>
                <a:spcPts val="0"/>
              </a:spcAft>
              <a:buNone/>
              <a:defRPr/>
            </a:pPr>
            <a:r>
              <a:rPr lang="en-US" sz="700">
                <a:solidFill>
                  <a:schemeClr val="lt1"/>
                </a:solidFill>
                <a:latin typeface="Trebuchet MS"/>
                <a:ea typeface="Trebuchet MS"/>
                <a:cs typeface="Trebuchet MS"/>
              </a:rPr>
              <a:t>Copyright © 2020 by Boston Consulting Group. All rights reserved.</a:t>
            </a:r>
            <a:endParaRPr sz="700">
              <a:solidFill>
                <a:schemeClr val="lt1"/>
              </a:solidFill>
              <a:latin typeface="Trebuchet MS"/>
              <a:ea typeface="Trebuchet MS"/>
              <a:cs typeface="Trebuchet MS"/>
            </a:endParaRPr>
          </a:p>
        </p:txBody>
      </p:sp>
      <p:sp>
        <p:nvSpPr>
          <p:cNvPr id="504" name="Google Shape;504;p69"/>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chemeClr val="lt1"/>
              </a:buClr>
              <a:buSzPts val="1000"/>
              <a:buFont typeface="Trebuchet MS"/>
              <a:buNone/>
              <a:defRPr/>
            </a:pPr>
            <a:fld id="{00000000-1234-1234-1234-123412341234}" type="slidenum">
              <a:rPr lang="en-US" sz="1000">
                <a:solidFill>
                  <a:schemeClr val="lt1"/>
                </a:solidFill>
                <a:latin typeface="Trebuchet MS"/>
                <a:ea typeface="Trebuchet MS"/>
                <a:cs typeface="Trebuchet MS"/>
              </a:rPr>
              <a:t>-1</a:t>
            </a:fld>
            <a:endParaRPr sz="1000">
              <a:solidFill>
                <a:schemeClr val="lt1"/>
              </a:solidFill>
              <a:latin typeface="Trebuchet MS"/>
              <a:ea typeface="Trebuchet MS"/>
              <a:cs typeface="Trebuchet MS"/>
            </a:endParaRPr>
          </a:p>
        </p:txBody>
      </p:sp>
      <p:pic>
        <p:nvPicPr>
          <p:cNvPr id="505" name="Google Shape;505;p69"/>
          <p:cNvPicPr/>
          <p:nvPr/>
        </p:nvPicPr>
        <p:blipFill>
          <a:blip r:embed="rId2">
            <a:alphaModFix/>
          </a:blip>
          <a:srcRect l="0" t="0" r="0" b="0"/>
          <a:stretch/>
        </p:blipFill>
        <p:spPr bwMode="auto">
          <a:xfrm>
            <a:off x="3108638" y="3586748"/>
            <a:ext cx="1365250" cy="3382962"/>
          </a:xfrm>
          <a:custGeom>
            <a:avLst/>
            <a:gdLst/>
            <a:ahLst/>
            <a:cxnLst/>
            <a:rect l="l" t="t" r="r" b="b"/>
            <a:pathLst>
              <a:path w="1365250" h="3382962" fill="norm" stroke="1"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1" name="Google Shape;11;p2"/>
          <p:cNvSpPr txBox="1"/>
          <p:nvPr>
            <p:ph type="dt" idx="10"/>
          </p:nvPr>
        </p:nvSpPr>
        <p:spPr bwMode="auto">
          <a:xfrm>
            <a:off x="9677400" y="6405036"/>
            <a:ext cx="1482051" cy="153888"/>
          </a:xfrm>
          <a:prstGeom prst="rect">
            <a:avLst/>
          </a:prstGeom>
          <a:noFill/>
          <a:ln>
            <a:noFill/>
          </a:ln>
        </p:spPr>
        <p:txBody>
          <a:bodyPr spcFirstLastPara="1" wrap="square" lIns="0" tIns="0" rIns="0" bIns="0" anchor="b" anchorCtr="0">
            <a:spAutoFit/>
          </a:bodyPr>
          <a:lstStyle>
            <a:lvl1pPr marR="0" lvl="0" algn="r">
              <a:spcBef>
                <a:spcPts val="0"/>
              </a:spcBef>
              <a:spcAft>
                <a:spcPts val="0"/>
              </a:spcAft>
              <a:buSzPts val="1400"/>
              <a:buNone/>
              <a:defRPr sz="1000" b="0" i="0" u="none" strike="noStrike" cap="none">
                <a:solidFill>
                  <a:srgbClr val="7F7F7F"/>
                </a:solidFill>
                <a:latin typeface="Trebuchet MS"/>
                <a:ea typeface="Trebuchet MS"/>
                <a:cs typeface="Trebuchet MS"/>
              </a:defRPr>
            </a:lvl1pPr>
            <a:lvl2pPr marR="0" lvl="1" algn="l">
              <a:spcBef>
                <a:spcPts val="0"/>
              </a:spcBef>
              <a:spcAft>
                <a:spcPts val="0"/>
              </a:spcAft>
              <a:buSzPts val="1400"/>
              <a:buNone/>
              <a:defRPr sz="1800" b="0" i="0" u="none" strike="noStrike" cap="none">
                <a:solidFill>
                  <a:schemeClr val="dk1"/>
                </a:solidFill>
                <a:latin typeface="Trebuchet MS"/>
                <a:ea typeface="Trebuchet MS"/>
                <a:cs typeface="Trebuchet MS"/>
              </a:defRPr>
            </a:lvl2pPr>
            <a:lvl3pPr marR="0" lvl="2" algn="l">
              <a:spcBef>
                <a:spcPts val="0"/>
              </a:spcBef>
              <a:spcAft>
                <a:spcPts val="0"/>
              </a:spcAft>
              <a:buSzPts val="1400"/>
              <a:buNone/>
              <a:defRPr sz="1800" b="0" i="0" u="none" strike="noStrike" cap="none">
                <a:solidFill>
                  <a:schemeClr val="dk1"/>
                </a:solidFill>
                <a:latin typeface="Trebuchet MS"/>
                <a:ea typeface="Trebuchet MS"/>
                <a:cs typeface="Trebuchet MS"/>
              </a:defRPr>
            </a:lvl3pPr>
            <a:lvl4pPr marR="0" lvl="3" algn="l">
              <a:spcBef>
                <a:spcPts val="0"/>
              </a:spcBef>
              <a:spcAft>
                <a:spcPts val="0"/>
              </a:spcAft>
              <a:buSzPts val="1400"/>
              <a:buNone/>
              <a:defRPr sz="1800" b="0" i="0" u="none" strike="noStrike" cap="none">
                <a:solidFill>
                  <a:schemeClr val="dk1"/>
                </a:solidFill>
                <a:latin typeface="Trebuchet MS"/>
                <a:ea typeface="Trebuchet MS"/>
                <a:cs typeface="Trebuchet MS"/>
              </a:defRPr>
            </a:lvl4pPr>
            <a:lvl5pPr marR="0" lvl="4" algn="l">
              <a:spcBef>
                <a:spcPts val="0"/>
              </a:spcBef>
              <a:spcAft>
                <a:spcPts val="0"/>
              </a:spcAft>
              <a:buSzPts val="1400"/>
              <a:buNone/>
              <a:defRPr sz="1800" b="0" i="0" u="none" strike="noStrike" cap="none">
                <a:solidFill>
                  <a:schemeClr val="dk1"/>
                </a:solidFill>
                <a:latin typeface="Trebuchet MS"/>
                <a:ea typeface="Trebuchet MS"/>
                <a:cs typeface="Trebuchet MS"/>
              </a:defRPr>
            </a:lvl5pPr>
            <a:lvl6pPr marR="0" lvl="5" algn="l">
              <a:spcBef>
                <a:spcPts val="0"/>
              </a:spcBef>
              <a:spcAft>
                <a:spcPts val="0"/>
              </a:spcAft>
              <a:buSzPts val="1400"/>
              <a:buNone/>
              <a:defRPr sz="1800" b="0" i="0" u="none" strike="noStrike" cap="none">
                <a:solidFill>
                  <a:schemeClr val="dk1"/>
                </a:solidFill>
                <a:latin typeface="Trebuchet MS"/>
                <a:ea typeface="Trebuchet MS"/>
                <a:cs typeface="Trebuchet MS"/>
              </a:defRPr>
            </a:lvl6pPr>
            <a:lvl7pPr marR="0" lvl="6" algn="l">
              <a:spcBef>
                <a:spcPts val="0"/>
              </a:spcBef>
              <a:spcAft>
                <a:spcPts val="0"/>
              </a:spcAft>
              <a:buSzPts val="1400"/>
              <a:buNone/>
              <a:defRPr sz="1800" b="0" i="0" u="none" strike="noStrike" cap="none">
                <a:solidFill>
                  <a:schemeClr val="dk1"/>
                </a:solidFill>
                <a:latin typeface="Trebuchet MS"/>
                <a:ea typeface="Trebuchet MS"/>
                <a:cs typeface="Trebuchet MS"/>
              </a:defRPr>
            </a:lvl7pPr>
            <a:lvl8pPr marR="0" lvl="7" algn="l">
              <a:spcBef>
                <a:spcPts val="0"/>
              </a:spcBef>
              <a:spcAft>
                <a:spcPts val="0"/>
              </a:spcAft>
              <a:buSzPts val="1400"/>
              <a:buNone/>
              <a:defRPr sz="1800" b="0" i="0" u="none" strike="noStrike" cap="none">
                <a:solidFill>
                  <a:schemeClr val="dk1"/>
                </a:solidFill>
                <a:latin typeface="Trebuchet MS"/>
                <a:ea typeface="Trebuchet MS"/>
                <a:cs typeface="Trebuchet MS"/>
              </a:defRPr>
            </a:lvl8pPr>
            <a:lvl9pPr marR="0" lvl="8" algn="l">
              <a:spcBef>
                <a:spcPts val="0"/>
              </a:spcBef>
              <a:spcAft>
                <a:spcPts val="0"/>
              </a:spcAft>
              <a:buSzPts val="1400"/>
              <a:buNone/>
              <a:defRPr sz="1800" b="0" i="0" u="none" strike="noStrike" cap="none">
                <a:solidFill>
                  <a:schemeClr val="dk1"/>
                </a:solidFill>
                <a:latin typeface="Trebuchet MS"/>
                <a:ea typeface="Trebuchet MS"/>
                <a:cs typeface="Trebuchet MS"/>
              </a:defRPr>
            </a:lvl9pPr>
          </a:lstStyle>
          <a:p>
            <a:pPr>
              <a:defRPr/>
            </a:pPr>
            <a:endParaRPr/>
          </a:p>
        </p:txBody>
      </p:sp>
      <p:sp>
        <p:nvSpPr>
          <p:cNvPr id="12" name="Google Shape;12;p2"/>
          <p:cNvSpPr txBox="1"/>
          <p:nvPr/>
        </p:nvSpPr>
        <p:spPr bwMode="auto">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a:lnSpc>
                <a:spcPct val="100000"/>
              </a:lnSpc>
              <a:spcBef>
                <a:spcPts val="0"/>
              </a:spcBef>
              <a:spcAft>
                <a:spcPts val="0"/>
              </a:spcAft>
              <a:buClr>
                <a:srgbClr val="7F7F7F"/>
              </a:buClr>
              <a:buSzPts val="1000"/>
              <a:buFont typeface="Trebuchet MS"/>
              <a:buNone/>
              <a:defRPr/>
            </a:pPr>
            <a:fld id="{00000000-1234-1234-1234-123412341234}" type="slidenum">
              <a:rPr lang="en-US" sz="1000" b="0" i="0" u="none" strike="noStrike" cap="none">
                <a:solidFill>
                  <a:srgbClr val="7F7F7F"/>
                </a:solidFill>
                <a:latin typeface="Trebuchet MS"/>
                <a:ea typeface="Trebuchet MS"/>
                <a:cs typeface="Trebuchet MS"/>
              </a:rPr>
              <a:t>-1</a:t>
            </a:fld>
            <a:endParaRPr sz="1000" b="0" i="0" u="none" strike="noStrike" cap="none">
              <a:solidFill>
                <a:srgbClr val="7F7F7F"/>
              </a:solidFill>
              <a:latin typeface="Trebuchet MS"/>
              <a:ea typeface="Trebuchet MS"/>
              <a:cs typeface="Trebuchet MS"/>
            </a:endParaRPr>
          </a:p>
        </p:txBody>
      </p:sp>
      <p:sp>
        <p:nvSpPr>
          <p:cNvPr id="13" name="Google Shape;13;p2"/>
          <p:cNvSpPr txBox="1"/>
          <p:nvPr>
            <p:ph type="title"/>
          </p:nvPr>
        </p:nvSpPr>
        <p:spPr bwMode="auto">
          <a:xfrm>
            <a:off x="630000" y="622800"/>
            <a:ext cx="10933350" cy="332399"/>
          </a:xfrm>
          <a:prstGeom prst="rect">
            <a:avLst/>
          </a:prstGeom>
          <a:noFill/>
          <a:ln>
            <a:noFill/>
          </a:ln>
        </p:spPr>
        <p:txBody>
          <a:bodyPr spcFirstLastPara="1" wrap="square" lIns="0" tIns="0" rIns="0" bIns="0" anchor="t" anchorCtr="0">
            <a:spAutoFit/>
          </a:bodyPr>
          <a:lstStyle>
            <a:lvl1pPr marR="0" lvl="0" algn="l">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4" name="Google Shape;14;p2"/>
          <p:cNvSpPr txBox="1"/>
          <p:nvPr>
            <p:ph type="body" idx="1"/>
          </p:nvPr>
        </p:nvSpPr>
        <p:spPr bwMode="auto">
          <a:xfrm>
            <a:off x="630000" y="1825625"/>
            <a:ext cx="10933350" cy="4351338"/>
          </a:xfrm>
          <a:prstGeom prst="rect">
            <a:avLst/>
          </a:prstGeom>
          <a:noFill/>
          <a:ln>
            <a:noFill/>
          </a:ln>
        </p:spPr>
        <p:txBody>
          <a:bodyPr spcFirstLastPara="1" wrap="square" lIns="0" tIns="0" rIns="0" bIns="0" anchor="t" anchorCtr="0">
            <a:noAutofit/>
          </a:bodyPr>
          <a:lstStyle>
            <a:lvl1pPr marL="457200" marR="0" lvl="0" indent="-304800" algn="l">
              <a:lnSpc>
                <a:spcPct val="11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defRPr>
            </a:lvl1pPr>
            <a:lvl2pPr marL="914400" marR="0" lvl="1" indent="-304800" algn="l">
              <a:lnSpc>
                <a:spcPct val="90000"/>
              </a:lnSpc>
              <a:spcBef>
                <a:spcPts val="3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defRPr>
            </a:lvl2pPr>
            <a:lvl3pPr marL="1371600" marR="0" lvl="2" indent="-304800" algn="l">
              <a:lnSpc>
                <a:spcPct val="90000"/>
              </a:lnSpc>
              <a:spcBef>
                <a:spcPts val="300"/>
              </a:spcBef>
              <a:spcAft>
                <a:spcPts val="0"/>
              </a:spcAft>
              <a:buClr>
                <a:schemeClr val="dk2"/>
              </a:buClr>
              <a:buSzPts val="1200"/>
              <a:buFont typeface="Trebuchet MS"/>
              <a:buChar char="–"/>
              <a:defRPr sz="1200" b="0" i="0" u="none" strike="noStrike" cap="none">
                <a:solidFill>
                  <a:schemeClr val="dk1"/>
                </a:solidFill>
                <a:latin typeface="Trebuchet MS"/>
                <a:ea typeface="Trebuchet MS"/>
                <a:cs typeface="Trebuchet MS"/>
              </a:defRPr>
            </a:lvl3pPr>
            <a:lvl4pPr marL="1828800" marR="0" lvl="3" indent="-330200" algn="l">
              <a:lnSpc>
                <a:spcPct val="110000"/>
              </a:lnSpc>
              <a:spcBef>
                <a:spcPts val="300"/>
              </a:spcBef>
              <a:spcAft>
                <a:spcPts val="0"/>
              </a:spcAft>
              <a:buClr>
                <a:schemeClr val="dk2"/>
              </a:buClr>
              <a:buSzPts val="1600"/>
              <a:buFont typeface="Arial"/>
              <a:buChar char="​"/>
              <a:defRPr sz="1600" b="0" i="0" u="none" strike="noStrike" cap="none">
                <a:solidFill>
                  <a:schemeClr val="dk2"/>
                </a:solidFill>
                <a:latin typeface="Trebuchet MS"/>
                <a:ea typeface="Trebuchet MS"/>
                <a:cs typeface="Trebuchet MS"/>
              </a:defRPr>
            </a:lvl4pPr>
            <a:lvl5pPr marL="2286000" marR="0" lvl="4" indent="-330200" algn="l">
              <a:lnSpc>
                <a:spcPct val="100000"/>
              </a:lnSpc>
              <a:spcBef>
                <a:spcPts val="300"/>
              </a:spcBef>
              <a:spcAft>
                <a:spcPts val="0"/>
              </a:spcAft>
              <a:buClr>
                <a:schemeClr val="dk1"/>
              </a:buClr>
              <a:buSzPts val="1600"/>
              <a:buFont typeface="Arial"/>
              <a:buChar char="​"/>
              <a:defRPr sz="1600" b="1" i="0" u="none" strike="noStrike" cap="none">
                <a:solidFill>
                  <a:schemeClr val="dk1"/>
                </a:solidFill>
                <a:latin typeface="Trebuchet MS"/>
                <a:ea typeface="Trebuchet MS"/>
                <a:cs typeface="Trebuchet MS"/>
              </a:defRPr>
            </a:lvl5pPr>
            <a:lvl6pPr marL="2743200" marR="0" lvl="5" indent="-330200" algn="l">
              <a:lnSpc>
                <a:spcPct val="90000"/>
              </a:lnSpc>
              <a:spcBef>
                <a:spcPts val="300"/>
              </a:spcBef>
              <a:spcAft>
                <a:spcPts val="0"/>
              </a:spcAft>
              <a:buClr>
                <a:schemeClr val="dk2"/>
              </a:buClr>
              <a:buSzPts val="1600"/>
              <a:buFont typeface="Arial"/>
              <a:buChar char="•"/>
              <a:defRPr sz="1600" b="0" i="0" u="none" strike="noStrike" cap="none">
                <a:solidFill>
                  <a:schemeClr val="dk1"/>
                </a:solidFill>
                <a:latin typeface="Trebuchet MS"/>
                <a:ea typeface="Trebuchet MS"/>
                <a:cs typeface="Trebuchet MS"/>
              </a:defRPr>
            </a:lvl6pPr>
            <a:lvl7pPr marL="3200400" marR="0" lvl="6" indent="-508000" algn="l">
              <a:lnSpc>
                <a:spcPct val="90000"/>
              </a:lnSpc>
              <a:spcBef>
                <a:spcPts val="900"/>
              </a:spcBef>
              <a:spcAft>
                <a:spcPts val="0"/>
              </a:spcAft>
              <a:buClr>
                <a:schemeClr val="dk1"/>
              </a:buClr>
              <a:buSzPts val="4400"/>
              <a:buFont typeface="Arial"/>
              <a:buChar char="​"/>
              <a:defRPr sz="4400" b="0" i="0" u="none" strike="noStrike" cap="none">
                <a:solidFill>
                  <a:schemeClr val="dk1"/>
                </a:solidFill>
                <a:latin typeface="Trebuchet MS"/>
                <a:ea typeface="Trebuchet MS"/>
                <a:cs typeface="Trebuchet MS"/>
              </a:defRPr>
            </a:lvl7pPr>
            <a:lvl8pPr marL="3657600" marR="0" lvl="7" indent="-571500" algn="l">
              <a:lnSpc>
                <a:spcPct val="90000"/>
              </a:lnSpc>
              <a:spcBef>
                <a:spcPts val="900"/>
              </a:spcBef>
              <a:spcAft>
                <a:spcPts val="0"/>
              </a:spcAft>
              <a:buClr>
                <a:schemeClr val="dk2"/>
              </a:buClr>
              <a:buSzPts val="5400"/>
              <a:buFont typeface="Arial"/>
              <a:buChar char="​"/>
              <a:defRPr sz="5400" b="0" i="0" u="none" strike="noStrike" cap="none">
                <a:solidFill>
                  <a:schemeClr val="dk2"/>
                </a:solidFill>
                <a:latin typeface="Trebuchet MS"/>
                <a:ea typeface="Trebuchet MS"/>
                <a:cs typeface="Trebuchet MS"/>
              </a:defRPr>
            </a:lvl8pPr>
            <a:lvl9pPr marL="4114800" marR="0" lvl="8" indent="-381000" algn="l">
              <a:lnSpc>
                <a:spcPct val="100000"/>
              </a:lnSpc>
              <a:spcBef>
                <a:spcPts val="0"/>
              </a:spcBef>
              <a:spcAft>
                <a:spcPts val="900"/>
              </a:spcAft>
              <a:buClr>
                <a:schemeClr val="dk2"/>
              </a:buClr>
              <a:buSzPts val="2400"/>
              <a:buFont typeface="Arial"/>
              <a:buChar char="​"/>
              <a:defRPr sz="2400" b="0" i="0" u="none" strike="noStrike" cap="none">
                <a:solidFill>
                  <a:schemeClr val="dk2"/>
                </a:solidFill>
                <a:latin typeface="Trebuchet MS"/>
                <a:ea typeface="Trebuchet MS"/>
                <a:cs typeface="Trebuchet MS"/>
              </a:defRPr>
            </a:lvl9pPr>
          </a:lstStyle>
          <a:p>
            <a:pPr>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11" name="Google Shape;511;p1"/>
          <p:cNvSpPr txBox="1"/>
          <p:nvPr>
            <p:ph type="title"/>
          </p:nvPr>
        </p:nvSpPr>
        <p:spPr bwMode="auto">
          <a:xfrm>
            <a:off x="340250" y="766928"/>
            <a:ext cx="2478600" cy="1314300"/>
          </a:xfrm>
          <a:prstGeom prst="rect">
            <a:avLst/>
          </a:prstGeom>
          <a:noFill/>
          <a:ln>
            <a:noFill/>
          </a:ln>
        </p:spPr>
        <p:txBody>
          <a:bodyPr spcFirstLastPara="1" wrap="square" lIns="0" tIns="0" rIns="0" bIns="0" anchor="ctr" anchorCtr="0">
            <a:noAutofit/>
          </a:bodyPr>
          <a:lstStyle/>
          <a:p>
            <a:pPr marL="0" lvl="0" indent="0" algn="l">
              <a:lnSpc>
                <a:spcPct val="90000"/>
              </a:lnSpc>
              <a:spcBef>
                <a:spcPts val="0"/>
              </a:spcBef>
              <a:spcAft>
                <a:spcPts val="0"/>
              </a:spcAft>
              <a:buClr>
                <a:srgbClr val="D4DF33"/>
              </a:buClr>
              <a:buSzPts val="3200"/>
              <a:buFont typeface="Trebuchet MS"/>
              <a:buNone/>
              <a:defRPr/>
            </a:pPr>
            <a:r>
              <a:rPr lang="en-US">
                <a:solidFill>
                  <a:srgbClr val="D4DF33"/>
                </a:solidFill>
              </a:rPr>
              <a:t>Executive summary best practice</a:t>
            </a:r>
            <a:endParaRPr/>
          </a:p>
        </p:txBody>
      </p:sp>
      <p:sp>
        <p:nvSpPr>
          <p:cNvPr id="512" name="Google Shape;512;p1"/>
          <p:cNvSpPr txBox="1"/>
          <p:nvPr/>
        </p:nvSpPr>
        <p:spPr bwMode="auto">
          <a:xfrm>
            <a:off x="4910575" y="838198"/>
            <a:ext cx="6352500" cy="5181600"/>
          </a:xfrm>
          <a:prstGeom prst="rect">
            <a:avLst/>
          </a:prstGeom>
          <a:noFill/>
          <a:ln>
            <a:noFill/>
          </a:ln>
        </p:spPr>
        <p:txBody>
          <a:bodyPr spcFirstLastPara="1" wrap="square" lIns="91425" tIns="45700" rIns="91425" bIns="45700" anchor="t" anchorCtr="0">
            <a:noAutofit/>
          </a:bodyPr>
          <a:lstStyle/>
          <a:p>
            <a:pPr marL="108000" marR="0" lvl="1" indent="0" algn="l">
              <a:lnSpc>
                <a:spcPct val="90000"/>
              </a:lnSpc>
              <a:spcBef>
                <a:spcPts val="0"/>
              </a:spcBef>
              <a:spcAft>
                <a:spcPts val="0"/>
              </a:spcAft>
              <a:buClr>
                <a:srgbClr val="28BA73"/>
              </a:buClr>
              <a:buSzPts val="1600"/>
              <a:buFont typeface="Arial"/>
              <a:buNone/>
              <a:defRPr/>
            </a:pPr>
            <a:r>
              <a:rPr/>
              <a:t>Situation:• Powerco has a problem with customer churn; they believe it is caused by customers’ price sensitivities. One possible solution is to provide 20% off to customers who are most likely to start leaving.</a:t>
            </a:r>
            <a:endParaRPr/>
          </a:p>
          <a:p>
            <a:pPr marL="108000" marR="0" lvl="1" indent="0" algn="l">
              <a:lnSpc>
                <a:spcPct val="90000"/>
              </a:lnSpc>
              <a:spcBef>
                <a:spcPts val="0"/>
              </a:spcBef>
              <a:spcAft>
                <a:spcPts val="0"/>
              </a:spcAft>
              <a:buClr>
                <a:srgbClr val="28BA73"/>
              </a:buClr>
              <a:buSzPts val="1600"/>
              <a:buFont typeface="Arial"/>
              <a:buNone/>
              <a:defRPr/>
            </a:pPr>
            <a:endParaRPr/>
          </a:p>
          <a:p>
            <a:pPr marL="108000" marR="0" lvl="1" indent="0" algn="l">
              <a:lnSpc>
                <a:spcPct val="90000"/>
              </a:lnSpc>
              <a:spcBef>
                <a:spcPts val="0"/>
              </a:spcBef>
              <a:spcAft>
                <a:spcPts val="0"/>
              </a:spcAft>
              <a:buClr>
                <a:srgbClr val="28BA73"/>
              </a:buClr>
              <a:buSzPts val="1600"/>
              <a:buFont typeface="Arial"/>
              <a:buNone/>
              <a:defRPr/>
            </a:pPr>
            <a:r>
              <a:rPr/>
              <a:t>Machine Learning Modeling:• After Data cleaning, EDA and Feature engineering, I applied Random Forest Classifier. Random Forest Classifier model has been built to predict customers’ churn probability, achieving an accuracy of 0.90and Precision score of 0.91 on test set. </a:t>
            </a:r>
            <a:endParaRPr/>
          </a:p>
          <a:p>
            <a:pPr marL="108000" marR="0" lvl="1" indent="0" algn="l">
              <a:lnSpc>
                <a:spcPct val="90000"/>
              </a:lnSpc>
              <a:spcBef>
                <a:spcPts val="0"/>
              </a:spcBef>
              <a:spcAft>
                <a:spcPts val="0"/>
              </a:spcAft>
              <a:buClr>
                <a:srgbClr val="28BA73"/>
              </a:buClr>
              <a:buSzPts val="1600"/>
              <a:buFont typeface="Arial"/>
              <a:buNone/>
              <a:defRPr/>
            </a:pPr>
            <a:endParaRPr/>
          </a:p>
          <a:p>
            <a:pPr marL="108000" marR="0" lvl="1" indent="0" algn="l">
              <a:lnSpc>
                <a:spcPct val="90000"/>
              </a:lnSpc>
              <a:spcBef>
                <a:spcPts val="0"/>
              </a:spcBef>
              <a:spcAft>
                <a:spcPts val="0"/>
              </a:spcAft>
              <a:buClr>
                <a:srgbClr val="28BA73"/>
              </a:buClr>
              <a:buSzPts val="1600"/>
              <a:buFont typeface="Arial"/>
              <a:buNone/>
              <a:defRPr/>
            </a:pPr>
            <a:r>
              <a:rPr/>
              <a:t>Insights:• Nearly 10% (9.7%) of the customers have churned and 90% of the customers have not churned.• Net margin on power subscription and consumption over 12 months is a top driver for churn• Forecasted bill of meter rental for the next 2 months also is an influential driver• Time seems to be an influential factor, especially the number of months they have been active, their tenure and the number of months since they updated their contract</a:t>
            </a:r>
            <a:endParaRPr/>
          </a:p>
        </p:txBody>
      </p:sp>
      <p:sp>
        <p:nvSpPr>
          <p:cNvPr id="513" name="Google Shape;513;p1"/>
          <p:cNvSpPr txBox="1"/>
          <p:nvPr/>
        </p:nvSpPr>
        <p:spPr bwMode="auto">
          <a:xfrm>
            <a:off x="247975" y="2229550"/>
            <a:ext cx="3136800" cy="3790200"/>
          </a:xfrm>
          <a:prstGeom prst="rect">
            <a:avLst/>
          </a:prstGeom>
          <a:noFill/>
          <a:ln>
            <a:noFill/>
          </a:ln>
        </p:spPr>
        <p:txBody>
          <a:bodyPr spcFirstLastPara="1" wrap="square" lIns="91425" tIns="45700" rIns="91425" bIns="45700" anchor="t" anchorCtr="0">
            <a:noAutofit/>
          </a:bodyPr>
          <a:lstStyle/>
          <a:p>
            <a:pPr marL="0" lvl="0" indent="0" algn="l">
              <a:spcBef>
                <a:spcPts val="300"/>
              </a:spcBef>
              <a:spcAft>
                <a:spcPts val="0"/>
              </a:spcAft>
              <a:buNone/>
              <a:defRPr/>
            </a:pPr>
            <a:r>
              <a:rPr lang="en-US" sz="1600">
                <a:solidFill>
                  <a:schemeClr val="lt1"/>
                </a:solidFill>
                <a:latin typeface="Trebuchet MS"/>
                <a:ea typeface="Trebuchet MS"/>
                <a:cs typeface="Trebuchet MS"/>
              </a:rPr>
              <a:t>A good executive summary provides all the key information in one slide</a:t>
            </a:r>
            <a:endParaRPr sz="1600">
              <a:solidFill>
                <a:schemeClr val="lt1"/>
              </a:solidFill>
              <a:latin typeface="Trebuchet MS"/>
              <a:ea typeface="Trebuchet MS"/>
              <a:cs typeface="Trebuchet MS"/>
            </a:endParaRPr>
          </a:p>
          <a:p>
            <a:pPr marL="0" lvl="0" indent="0" algn="l">
              <a:spcBef>
                <a:spcPts val="300"/>
              </a:spcBef>
              <a:spcAft>
                <a:spcPts val="0"/>
              </a:spcAft>
              <a:buNone/>
              <a:defRPr/>
            </a:pPr>
            <a:endParaRPr sz="1600">
              <a:solidFill>
                <a:schemeClr val="lt1"/>
              </a:solidFill>
              <a:latin typeface="Trebuchet MS"/>
              <a:ea typeface="Trebuchet MS"/>
              <a:cs typeface="Trebuchet MS"/>
            </a:endParaRPr>
          </a:p>
          <a:p>
            <a:pPr marL="0" lvl="0" indent="0" algn="l">
              <a:spcBef>
                <a:spcPts val="300"/>
              </a:spcBef>
              <a:spcAft>
                <a:spcPts val="0"/>
              </a:spcAft>
              <a:buNone/>
              <a:defRPr/>
            </a:pPr>
            <a:r>
              <a:rPr lang="en-US" sz="1600">
                <a:solidFill>
                  <a:schemeClr val="lt1"/>
                </a:solidFill>
                <a:latin typeface="Trebuchet MS"/>
                <a:ea typeface="Trebuchet MS"/>
                <a:cs typeface="Trebuchet MS"/>
              </a:rPr>
              <a:t>Consultants typically communicate in a “top down” or pyramid fashion, starting with the conclusion and then providing the supporting information</a:t>
            </a:r>
            <a:endParaRPr sz="1600">
              <a:solidFill>
                <a:schemeClr val="lt1"/>
              </a:solidFill>
              <a:latin typeface="Trebuchet MS"/>
              <a:ea typeface="Trebuchet MS"/>
              <a:cs typeface="Trebuchet MS"/>
            </a:endParaRPr>
          </a:p>
          <a:p>
            <a:pPr marL="0" lvl="0" indent="0" algn="l">
              <a:spcBef>
                <a:spcPts val="300"/>
              </a:spcBef>
              <a:spcAft>
                <a:spcPts val="0"/>
              </a:spcAft>
              <a:buNone/>
              <a:defRPr/>
            </a:pPr>
            <a:endParaRPr sz="1600">
              <a:solidFill>
                <a:schemeClr val="lt1"/>
              </a:solidFill>
              <a:latin typeface="Trebuchet MS"/>
              <a:ea typeface="Trebuchet MS"/>
              <a:cs typeface="Trebuchet MS"/>
            </a:endParaRPr>
          </a:p>
          <a:p>
            <a:pPr marL="0" lvl="0" indent="0" algn="l">
              <a:spcBef>
                <a:spcPts val="300"/>
              </a:spcBef>
              <a:spcAft>
                <a:spcPts val="0"/>
              </a:spcAft>
              <a:buNone/>
              <a:defRPr/>
            </a:pPr>
            <a:r>
              <a:rPr lang="en-US" sz="1600">
                <a:solidFill>
                  <a:schemeClr val="lt1"/>
                </a:solidFill>
                <a:latin typeface="Trebuchet MS"/>
                <a:ea typeface="Trebuchet MS"/>
                <a:cs typeface="Trebuchet MS"/>
              </a:rPr>
              <a:t>The goal is to communicate as much information in as few words as possible</a:t>
            </a:r>
            <a:endParaRPr sz="1600">
              <a:solidFill>
                <a:schemeClr val="lt1"/>
              </a:solidFill>
              <a:latin typeface="Trebuchet MS"/>
              <a:ea typeface="Trebuchet MS"/>
              <a:cs typeface="Trebuchet MS"/>
            </a:endParaRPr>
          </a:p>
          <a:p>
            <a:pPr marL="0" lvl="0" indent="0" algn="l">
              <a:spcBef>
                <a:spcPts val="300"/>
              </a:spcBef>
              <a:spcAft>
                <a:spcPts val="0"/>
              </a:spcAft>
              <a:buNone/>
              <a:defRPr/>
            </a:pPr>
            <a:endParaRPr sz="1600">
              <a:solidFill>
                <a:schemeClr val="lt1"/>
              </a:solidFill>
              <a:latin typeface="Trebuchet MS"/>
              <a:ea typeface="Trebuchet MS"/>
              <a:cs typeface="Trebuchet MS"/>
            </a:endParaRPr>
          </a:p>
        </p:txBody>
      </p:sp>
    </p:spTree>
  </p:cSld>
  <p:clrMapOvr>
    <a:masterClrMapping/>
  </p:clrMapOvr>
  <mc:AlternateContent xmlns:mc="http://schemas.openxmlformats.org/markup-compatibility/2006">
    <mc:Choice xmlns:p14="http://schemas.microsoft.com/office/powerpoint/2010/main" Requires="p14">
      <p:transition spd="med" p14:dur="25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CG Grid 16:9">
  <a:themeElements>
    <a:clrScheme name="The Boston Consulting Group">
      <a:dk1>
        <a:srgbClr val="575757"/>
      </a:dk1>
      <a:lt1>
        <a:srgbClr val="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ONLYOFFICE/7.4.0.425</Application>
  <PresentationFormat>On-screen Show (4:3)</PresentationFormat>
  <Paragraphs>0</Paragraphs>
  <Slides>1</Slides>
  <Notes>1</Notes>
  <HiddenSlides>0</HiddenSlides>
  <MMClips>2</MMClips>
  <ScaleCrop>0</ScaleCrop>
  <HeadingPairs>
    <vt:vector size="4" baseType="variant">
      <vt:variant>
        <vt:lpstr>Theme</vt:lpstr>
      </vt:variant>
      <vt:variant>
        <vt:i4>1</vt:i4>
      </vt:variant>
      <vt:variant>
        <vt:lpstr>Slide Titles</vt:lpstr>
      </vt:variant>
      <vt:variant>
        <vt:i4>1</vt:i4>
      </vt:variant>
    </vt:vector>
  </HeadingPairs>
  <TitlesOfParts>
    <vt:vector size="2" baseType="lpstr">
      <vt:lpstr>Theme 1</vt:lpstr>
      <vt:lpstr>Slide 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The Boston Consulting Group</dc:creator>
  <cp:keywords/>
  <dc:description/>
  <dc:identifier/>
  <dc:language/>
  <cp:lastModifiedBy>RMX3371 user</cp:lastModifiedBy>
  <cp:revision>1</cp:revision>
  <dcterms:created xsi:type="dcterms:W3CDTF">2016-11-04T11:46:04Z</dcterms:created>
  <dcterms:modified xsi:type="dcterms:W3CDTF">2024-09-09T06:48:00Z</dcterms:modified>
  <cp:category/>
  <cp:contentStatus/>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